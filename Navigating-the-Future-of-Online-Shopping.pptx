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4630400" cy="8229600"/>
  <p:notesSz cx="8229600" cy="14630400"/>
  <p:embeddedFontLst>
    <p:embeddedFont>
      <p:font typeface="Consolas" panose="020B0609020204030204" pitchFamily="49" charset="0"/>
      <p:regular r:id="rId24"/>
      <p:bold r:id="rId25"/>
      <p:italic r:id="rId26"/>
      <p:boldItalic r:id="rId27"/>
    </p:embeddedFont>
    <p:embeddedFont>
      <p:font typeface="Overpas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0" d="100"/>
          <a:sy n="60"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ng magare" userId="b3e4914a3cd8ec92" providerId="LiveId" clId="{E548316A-4F5B-45BC-B226-19AC766A431B}"/>
    <pc:docChg chg="undo custSel modSld modMainMaster">
      <pc:chgData name="Devang magare" userId="b3e4914a3cd8ec92" providerId="LiveId" clId="{E548316A-4F5B-45BC-B226-19AC766A431B}" dt="2026-01-11T17:49:19.479" v="816" actId="14100"/>
      <pc:docMkLst>
        <pc:docMk/>
      </pc:docMkLst>
      <pc:sldChg chg="addSp delSp modSp mod">
        <pc:chgData name="Devang magare" userId="b3e4914a3cd8ec92" providerId="LiveId" clId="{E548316A-4F5B-45BC-B226-19AC766A431B}" dt="2026-01-11T16:48:58.443" v="232" actId="20577"/>
        <pc:sldMkLst>
          <pc:docMk/>
          <pc:sldMk cId="0" sldId="260"/>
        </pc:sldMkLst>
        <pc:spChg chg="mod">
          <ac:chgData name="Devang magare" userId="b3e4914a3cd8ec92" providerId="LiveId" clId="{E548316A-4F5B-45BC-B226-19AC766A431B}" dt="2026-01-11T16:41:48.725" v="169" actId="14100"/>
          <ac:spMkLst>
            <pc:docMk/>
            <pc:sldMk cId="0" sldId="260"/>
            <ac:spMk id="2" creationId="{00000000-0000-0000-0000-000000000000}"/>
          </ac:spMkLst>
        </pc:spChg>
        <pc:spChg chg="mod">
          <ac:chgData name="Devang magare" userId="b3e4914a3cd8ec92" providerId="LiveId" clId="{E548316A-4F5B-45BC-B226-19AC766A431B}" dt="2026-01-11T16:41:22.610" v="161" actId="255"/>
          <ac:spMkLst>
            <pc:docMk/>
            <pc:sldMk cId="0" sldId="260"/>
            <ac:spMk id="3" creationId="{00000000-0000-0000-0000-000000000000}"/>
          </ac:spMkLst>
        </pc:spChg>
        <pc:spChg chg="mod">
          <ac:chgData name="Devang magare" userId="b3e4914a3cd8ec92" providerId="LiveId" clId="{E548316A-4F5B-45BC-B226-19AC766A431B}" dt="2026-01-11T16:42:11.697" v="175" actId="14100"/>
          <ac:spMkLst>
            <pc:docMk/>
            <pc:sldMk cId="0" sldId="260"/>
            <ac:spMk id="4" creationId="{00000000-0000-0000-0000-000000000000}"/>
          </ac:spMkLst>
        </pc:spChg>
        <pc:spChg chg="mod">
          <ac:chgData name="Devang magare" userId="b3e4914a3cd8ec92" providerId="LiveId" clId="{E548316A-4F5B-45BC-B226-19AC766A431B}" dt="2026-01-11T16:46:02.107" v="209" actId="14100"/>
          <ac:spMkLst>
            <pc:docMk/>
            <pc:sldMk cId="0" sldId="260"/>
            <ac:spMk id="5" creationId="{00000000-0000-0000-0000-000000000000}"/>
          </ac:spMkLst>
        </pc:spChg>
        <pc:spChg chg="mod">
          <ac:chgData name="Devang magare" userId="b3e4914a3cd8ec92" providerId="LiveId" clId="{E548316A-4F5B-45BC-B226-19AC766A431B}" dt="2026-01-11T16:46:13.165" v="211" actId="255"/>
          <ac:spMkLst>
            <pc:docMk/>
            <pc:sldMk cId="0" sldId="260"/>
            <ac:spMk id="6" creationId="{00000000-0000-0000-0000-000000000000}"/>
          </ac:spMkLst>
        </pc:spChg>
        <pc:spChg chg="mod">
          <ac:chgData name="Devang magare" userId="b3e4914a3cd8ec92" providerId="LiveId" clId="{E548316A-4F5B-45BC-B226-19AC766A431B}" dt="2026-01-11T16:43:02.843" v="182" actId="255"/>
          <ac:spMkLst>
            <pc:docMk/>
            <pc:sldMk cId="0" sldId="260"/>
            <ac:spMk id="7" creationId="{00000000-0000-0000-0000-000000000000}"/>
          </ac:spMkLst>
        </pc:spChg>
        <pc:spChg chg="mod">
          <ac:chgData name="Devang magare" userId="b3e4914a3cd8ec92" providerId="LiveId" clId="{E548316A-4F5B-45BC-B226-19AC766A431B}" dt="2026-01-11T16:44:27.702" v="200" actId="255"/>
          <ac:spMkLst>
            <pc:docMk/>
            <pc:sldMk cId="0" sldId="260"/>
            <ac:spMk id="8" creationId="{00000000-0000-0000-0000-000000000000}"/>
          </ac:spMkLst>
        </pc:spChg>
        <pc:spChg chg="mod">
          <ac:chgData name="Devang magare" userId="b3e4914a3cd8ec92" providerId="LiveId" clId="{E548316A-4F5B-45BC-B226-19AC766A431B}" dt="2026-01-11T16:44:23.842" v="199" actId="255"/>
          <ac:spMkLst>
            <pc:docMk/>
            <pc:sldMk cId="0" sldId="260"/>
            <ac:spMk id="9" creationId="{00000000-0000-0000-0000-000000000000}"/>
          </ac:spMkLst>
        </pc:spChg>
        <pc:spChg chg="mod">
          <ac:chgData name="Devang magare" userId="b3e4914a3cd8ec92" providerId="LiveId" clId="{E548316A-4F5B-45BC-B226-19AC766A431B}" dt="2026-01-11T16:43:46.250" v="191" actId="14100"/>
          <ac:spMkLst>
            <pc:docMk/>
            <pc:sldMk cId="0" sldId="260"/>
            <ac:spMk id="11" creationId="{00000000-0000-0000-0000-000000000000}"/>
          </ac:spMkLst>
        </pc:spChg>
        <pc:spChg chg="mod">
          <ac:chgData name="Devang magare" userId="b3e4914a3cd8ec92" providerId="LiveId" clId="{E548316A-4F5B-45BC-B226-19AC766A431B}" dt="2026-01-11T16:43:56.132" v="195" actId="14100"/>
          <ac:spMkLst>
            <pc:docMk/>
            <pc:sldMk cId="0" sldId="260"/>
            <ac:spMk id="13" creationId="{00000000-0000-0000-0000-000000000000}"/>
          </ac:spMkLst>
        </pc:spChg>
        <pc:spChg chg="mod">
          <ac:chgData name="Devang magare" userId="b3e4914a3cd8ec92" providerId="LiveId" clId="{E548316A-4F5B-45BC-B226-19AC766A431B}" dt="2026-01-11T16:44:14.590" v="198" actId="255"/>
          <ac:spMkLst>
            <pc:docMk/>
            <pc:sldMk cId="0" sldId="260"/>
            <ac:spMk id="14" creationId="{00000000-0000-0000-0000-000000000000}"/>
          </ac:spMkLst>
        </pc:spChg>
        <pc:spChg chg="add mod ord">
          <ac:chgData name="Devang magare" userId="b3e4914a3cd8ec92" providerId="LiveId" clId="{E548316A-4F5B-45BC-B226-19AC766A431B}" dt="2026-01-11T16:46:19.632" v="212" actId="14100"/>
          <ac:spMkLst>
            <pc:docMk/>
            <pc:sldMk cId="0" sldId="260"/>
            <ac:spMk id="18" creationId="{CEF643BF-989A-D311-8F74-0329ABADF1CE}"/>
          </ac:spMkLst>
        </pc:spChg>
        <pc:spChg chg="add del mod">
          <ac:chgData name="Devang magare" userId="b3e4914a3cd8ec92" providerId="LiveId" clId="{E548316A-4F5B-45BC-B226-19AC766A431B}" dt="2026-01-11T16:44:48.011" v="207" actId="478"/>
          <ac:spMkLst>
            <pc:docMk/>
            <pc:sldMk cId="0" sldId="260"/>
            <ac:spMk id="19" creationId="{D67E0C6B-D6C7-4576-620D-F2CAB964D61A}"/>
          </ac:spMkLst>
        </pc:spChg>
        <pc:spChg chg="add del mod">
          <ac:chgData name="Devang magare" userId="b3e4914a3cd8ec92" providerId="LiveId" clId="{E548316A-4F5B-45BC-B226-19AC766A431B}" dt="2026-01-11T16:46:47.998" v="216"/>
          <ac:spMkLst>
            <pc:docMk/>
            <pc:sldMk cId="0" sldId="260"/>
            <ac:spMk id="20" creationId="{8B598CA4-75B5-162C-2741-C9F5CCB9D20B}"/>
          </ac:spMkLst>
        </pc:spChg>
        <pc:spChg chg="add mod">
          <ac:chgData name="Devang magare" userId="b3e4914a3cd8ec92" providerId="LiveId" clId="{E548316A-4F5B-45BC-B226-19AC766A431B}" dt="2026-01-11T16:48:58.443" v="232" actId="20577"/>
          <ac:spMkLst>
            <pc:docMk/>
            <pc:sldMk cId="0" sldId="260"/>
            <ac:spMk id="21" creationId="{A4474E4D-7FD3-5920-32B8-1343AF8A1351}"/>
          </ac:spMkLst>
        </pc:spChg>
        <pc:picChg chg="mod">
          <ac:chgData name="Devang magare" userId="b3e4914a3cd8ec92" providerId="LiveId" clId="{E548316A-4F5B-45BC-B226-19AC766A431B}" dt="2026-01-11T16:44:40.247" v="204" actId="1076"/>
          <ac:picMkLst>
            <pc:docMk/>
            <pc:sldMk cId="0" sldId="260"/>
            <ac:picMk id="10" creationId="{00000000-0000-0000-0000-000000000000}"/>
          </ac:picMkLst>
        </pc:picChg>
        <pc:picChg chg="mod">
          <ac:chgData name="Devang magare" userId="b3e4914a3cd8ec92" providerId="LiveId" clId="{E548316A-4F5B-45BC-B226-19AC766A431B}" dt="2026-01-11T16:44:44.239" v="206" actId="14100"/>
          <ac:picMkLst>
            <pc:docMk/>
            <pc:sldMk cId="0" sldId="260"/>
            <ac:picMk id="15" creationId="{00000000-0000-0000-0000-000000000000}"/>
          </ac:picMkLst>
        </pc:picChg>
      </pc:sldChg>
      <pc:sldChg chg="addSp modSp mod">
        <pc:chgData name="Devang magare" userId="b3e4914a3cd8ec92" providerId="LiveId" clId="{E548316A-4F5B-45BC-B226-19AC766A431B}" dt="2026-01-11T16:57:47.425" v="286" actId="14100"/>
        <pc:sldMkLst>
          <pc:docMk/>
          <pc:sldMk cId="0" sldId="261"/>
        </pc:sldMkLst>
        <pc:spChg chg="mod">
          <ac:chgData name="Devang magare" userId="b3e4914a3cd8ec92" providerId="LiveId" clId="{E548316A-4F5B-45BC-B226-19AC766A431B}" dt="2026-01-11T16:55:59.300" v="258" actId="14100"/>
          <ac:spMkLst>
            <pc:docMk/>
            <pc:sldMk cId="0" sldId="261"/>
            <ac:spMk id="2" creationId="{00000000-0000-0000-0000-000000000000}"/>
          </ac:spMkLst>
        </pc:spChg>
        <pc:spChg chg="mod">
          <ac:chgData name="Devang magare" userId="b3e4914a3cd8ec92" providerId="LiveId" clId="{E548316A-4F5B-45BC-B226-19AC766A431B}" dt="2026-01-11T16:56:02.696" v="259" actId="14100"/>
          <ac:spMkLst>
            <pc:docMk/>
            <pc:sldMk cId="0" sldId="261"/>
            <ac:spMk id="3" creationId="{00000000-0000-0000-0000-000000000000}"/>
          </ac:spMkLst>
        </pc:spChg>
        <pc:spChg chg="mod">
          <ac:chgData name="Devang magare" userId="b3e4914a3cd8ec92" providerId="LiveId" clId="{E548316A-4F5B-45BC-B226-19AC766A431B}" dt="2026-01-11T16:56:15.758" v="262" actId="255"/>
          <ac:spMkLst>
            <pc:docMk/>
            <pc:sldMk cId="0" sldId="261"/>
            <ac:spMk id="4" creationId="{00000000-0000-0000-0000-000000000000}"/>
          </ac:spMkLst>
        </pc:spChg>
        <pc:spChg chg="mod">
          <ac:chgData name="Devang magare" userId="b3e4914a3cd8ec92" providerId="LiveId" clId="{E548316A-4F5B-45BC-B226-19AC766A431B}" dt="2026-01-11T16:56:30.182" v="265" actId="255"/>
          <ac:spMkLst>
            <pc:docMk/>
            <pc:sldMk cId="0" sldId="261"/>
            <ac:spMk id="5" creationId="{00000000-0000-0000-0000-000000000000}"/>
          </ac:spMkLst>
        </pc:spChg>
        <pc:spChg chg="mod">
          <ac:chgData name="Devang magare" userId="b3e4914a3cd8ec92" providerId="LiveId" clId="{E548316A-4F5B-45BC-B226-19AC766A431B}" dt="2026-01-11T16:56:54.203" v="271" actId="255"/>
          <ac:spMkLst>
            <pc:docMk/>
            <pc:sldMk cId="0" sldId="261"/>
            <ac:spMk id="6" creationId="{00000000-0000-0000-0000-000000000000}"/>
          </ac:spMkLst>
        </pc:spChg>
        <pc:spChg chg="mod">
          <ac:chgData name="Devang magare" userId="b3e4914a3cd8ec92" providerId="LiveId" clId="{E548316A-4F5B-45BC-B226-19AC766A431B}" dt="2026-01-11T16:57:14.890" v="275" actId="14100"/>
          <ac:spMkLst>
            <pc:docMk/>
            <pc:sldMk cId="0" sldId="261"/>
            <ac:spMk id="8" creationId="{00000000-0000-0000-0000-000000000000}"/>
          </ac:spMkLst>
        </pc:spChg>
        <pc:spChg chg="mod">
          <ac:chgData name="Devang magare" userId="b3e4914a3cd8ec92" providerId="LiveId" clId="{E548316A-4F5B-45BC-B226-19AC766A431B}" dt="2026-01-11T16:57:18.851" v="276" actId="14100"/>
          <ac:spMkLst>
            <pc:docMk/>
            <pc:sldMk cId="0" sldId="261"/>
            <ac:spMk id="10" creationId="{00000000-0000-0000-0000-000000000000}"/>
          </ac:spMkLst>
        </pc:spChg>
        <pc:spChg chg="mod">
          <ac:chgData name="Devang magare" userId="b3e4914a3cd8ec92" providerId="LiveId" clId="{E548316A-4F5B-45BC-B226-19AC766A431B}" dt="2026-01-11T16:57:32.436" v="279" actId="255"/>
          <ac:spMkLst>
            <pc:docMk/>
            <pc:sldMk cId="0" sldId="261"/>
            <ac:spMk id="11" creationId="{00000000-0000-0000-0000-000000000000}"/>
          </ac:spMkLst>
        </pc:spChg>
        <pc:spChg chg="add mod ord">
          <ac:chgData name="Devang magare" userId="b3e4914a3cd8ec92" providerId="LiveId" clId="{E548316A-4F5B-45BC-B226-19AC766A431B}" dt="2026-01-11T16:56:41.322" v="268" actId="14100"/>
          <ac:spMkLst>
            <pc:docMk/>
            <pc:sldMk cId="0" sldId="261"/>
            <ac:spMk id="14" creationId="{ECF5C1C7-0887-7443-D8F0-781BB87AA379}"/>
          </ac:spMkLst>
        </pc:spChg>
        <pc:picChg chg="mod">
          <ac:chgData name="Devang magare" userId="b3e4914a3cd8ec92" providerId="LiveId" clId="{E548316A-4F5B-45BC-B226-19AC766A431B}" dt="2026-01-11T16:57:38.341" v="282" actId="1076"/>
          <ac:picMkLst>
            <pc:docMk/>
            <pc:sldMk cId="0" sldId="261"/>
            <ac:picMk id="7" creationId="{00000000-0000-0000-0000-000000000000}"/>
          </ac:picMkLst>
        </pc:picChg>
        <pc:picChg chg="mod">
          <ac:chgData name="Devang magare" userId="b3e4914a3cd8ec92" providerId="LiveId" clId="{E548316A-4F5B-45BC-B226-19AC766A431B}" dt="2026-01-11T16:57:47.425" v="286" actId="14100"/>
          <ac:picMkLst>
            <pc:docMk/>
            <pc:sldMk cId="0" sldId="261"/>
            <ac:picMk id="12" creationId="{00000000-0000-0000-0000-000000000000}"/>
          </ac:picMkLst>
        </pc:picChg>
      </pc:sldChg>
      <pc:sldChg chg="addSp delSp modSp mod">
        <pc:chgData name="Devang magare" userId="b3e4914a3cd8ec92" providerId="LiveId" clId="{E548316A-4F5B-45BC-B226-19AC766A431B}" dt="2026-01-11T17:10:24.972" v="318" actId="14100"/>
        <pc:sldMkLst>
          <pc:docMk/>
          <pc:sldMk cId="0" sldId="262"/>
        </pc:sldMkLst>
        <pc:spChg chg="mod">
          <ac:chgData name="Devang magare" userId="b3e4914a3cd8ec92" providerId="LiveId" clId="{E548316A-4F5B-45BC-B226-19AC766A431B}" dt="2026-01-11T17:08:24.981" v="291" actId="14100"/>
          <ac:spMkLst>
            <pc:docMk/>
            <pc:sldMk cId="0" sldId="262"/>
            <ac:spMk id="2" creationId="{00000000-0000-0000-0000-000000000000}"/>
          </ac:spMkLst>
        </pc:spChg>
        <pc:spChg chg="mod">
          <ac:chgData name="Devang magare" userId="b3e4914a3cd8ec92" providerId="LiveId" clId="{E548316A-4F5B-45BC-B226-19AC766A431B}" dt="2026-01-11T17:08:19.507" v="289" actId="255"/>
          <ac:spMkLst>
            <pc:docMk/>
            <pc:sldMk cId="0" sldId="262"/>
            <ac:spMk id="3" creationId="{00000000-0000-0000-0000-000000000000}"/>
          </ac:spMkLst>
        </pc:spChg>
        <pc:spChg chg="mod">
          <ac:chgData name="Devang magare" userId="b3e4914a3cd8ec92" providerId="LiveId" clId="{E548316A-4F5B-45BC-B226-19AC766A431B}" dt="2026-01-11T17:08:45.127" v="296" actId="14100"/>
          <ac:spMkLst>
            <pc:docMk/>
            <pc:sldMk cId="0" sldId="262"/>
            <ac:spMk id="4" creationId="{00000000-0000-0000-0000-000000000000}"/>
          </ac:spMkLst>
        </pc:spChg>
        <pc:spChg chg="mod">
          <ac:chgData name="Devang magare" userId="b3e4914a3cd8ec92" providerId="LiveId" clId="{E548316A-4F5B-45BC-B226-19AC766A431B}" dt="2026-01-11T17:08:57.878" v="299" actId="14100"/>
          <ac:spMkLst>
            <pc:docMk/>
            <pc:sldMk cId="0" sldId="262"/>
            <ac:spMk id="5" creationId="{00000000-0000-0000-0000-000000000000}"/>
          </ac:spMkLst>
        </pc:spChg>
        <pc:spChg chg="mod">
          <ac:chgData name="Devang magare" userId="b3e4914a3cd8ec92" providerId="LiveId" clId="{E548316A-4F5B-45BC-B226-19AC766A431B}" dt="2026-01-11T17:09:23.006" v="305" actId="14100"/>
          <ac:spMkLst>
            <pc:docMk/>
            <pc:sldMk cId="0" sldId="262"/>
            <ac:spMk id="6" creationId="{00000000-0000-0000-0000-000000000000}"/>
          </ac:spMkLst>
        </pc:spChg>
        <pc:spChg chg="mod">
          <ac:chgData name="Devang magare" userId="b3e4914a3cd8ec92" providerId="LiveId" clId="{E548316A-4F5B-45BC-B226-19AC766A431B}" dt="2026-01-11T17:09:35.430" v="308" actId="14100"/>
          <ac:spMkLst>
            <pc:docMk/>
            <pc:sldMk cId="0" sldId="262"/>
            <ac:spMk id="8" creationId="{00000000-0000-0000-0000-000000000000}"/>
          </ac:spMkLst>
        </pc:spChg>
        <pc:spChg chg="mod">
          <ac:chgData name="Devang magare" userId="b3e4914a3cd8ec92" providerId="LiveId" clId="{E548316A-4F5B-45BC-B226-19AC766A431B}" dt="2026-01-11T17:10:19.407" v="316" actId="14100"/>
          <ac:spMkLst>
            <pc:docMk/>
            <pc:sldMk cId="0" sldId="262"/>
            <ac:spMk id="10" creationId="{00000000-0000-0000-0000-000000000000}"/>
          </ac:spMkLst>
        </pc:spChg>
        <pc:spChg chg="mod">
          <ac:chgData name="Devang magare" userId="b3e4914a3cd8ec92" providerId="LiveId" clId="{E548316A-4F5B-45BC-B226-19AC766A431B}" dt="2026-01-11T17:09:58.622" v="313" actId="14100"/>
          <ac:spMkLst>
            <pc:docMk/>
            <pc:sldMk cId="0" sldId="262"/>
            <ac:spMk id="11" creationId="{00000000-0000-0000-0000-000000000000}"/>
          </ac:spMkLst>
        </pc:spChg>
        <pc:spChg chg="del mod">
          <ac:chgData name="Devang magare" userId="b3e4914a3cd8ec92" providerId="LiveId" clId="{E548316A-4F5B-45BC-B226-19AC766A431B}" dt="2026-01-11T17:10:13.260" v="315" actId="478"/>
          <ac:spMkLst>
            <pc:docMk/>
            <pc:sldMk cId="0" sldId="262"/>
            <ac:spMk id="13" creationId="{00000000-0000-0000-0000-000000000000}"/>
          </ac:spMkLst>
        </pc:spChg>
        <pc:spChg chg="add mod ord">
          <ac:chgData name="Devang magare" userId="b3e4914a3cd8ec92" providerId="LiveId" clId="{E548316A-4F5B-45BC-B226-19AC766A431B}" dt="2026-01-11T17:09:18.277" v="304" actId="14100"/>
          <ac:spMkLst>
            <pc:docMk/>
            <pc:sldMk cId="0" sldId="262"/>
            <ac:spMk id="14" creationId="{17819BAE-6CC2-9092-42F6-66F364B0CD4F}"/>
          </ac:spMkLst>
        </pc:spChg>
        <pc:picChg chg="mod">
          <ac:chgData name="Devang magare" userId="b3e4914a3cd8ec92" providerId="LiveId" clId="{E548316A-4F5B-45BC-B226-19AC766A431B}" dt="2026-01-11T17:10:24.972" v="318" actId="14100"/>
          <ac:picMkLst>
            <pc:docMk/>
            <pc:sldMk cId="0" sldId="262"/>
            <ac:picMk id="7" creationId="{00000000-0000-0000-0000-000000000000}"/>
          </ac:picMkLst>
        </pc:picChg>
        <pc:picChg chg="mod">
          <ac:chgData name="Devang magare" userId="b3e4914a3cd8ec92" providerId="LiveId" clId="{E548316A-4F5B-45BC-B226-19AC766A431B}" dt="2026-01-11T16:29:28.755" v="48" actId="14100"/>
          <ac:picMkLst>
            <pc:docMk/>
            <pc:sldMk cId="0" sldId="262"/>
            <ac:picMk id="12" creationId="{00000000-0000-0000-0000-000000000000}"/>
          </ac:picMkLst>
        </pc:picChg>
      </pc:sldChg>
      <pc:sldChg chg="addSp delSp modSp mod">
        <pc:chgData name="Devang magare" userId="b3e4914a3cd8ec92" providerId="LiveId" clId="{E548316A-4F5B-45BC-B226-19AC766A431B}" dt="2026-01-11T17:16:32.197" v="356" actId="1076"/>
        <pc:sldMkLst>
          <pc:docMk/>
          <pc:sldMk cId="0" sldId="263"/>
        </pc:sldMkLst>
        <pc:spChg chg="mod">
          <ac:chgData name="Devang magare" userId="b3e4914a3cd8ec92" providerId="LiveId" clId="{E548316A-4F5B-45BC-B226-19AC766A431B}" dt="2026-01-11T17:10:54.958" v="324" actId="14100"/>
          <ac:spMkLst>
            <pc:docMk/>
            <pc:sldMk cId="0" sldId="263"/>
            <ac:spMk id="2" creationId="{00000000-0000-0000-0000-000000000000}"/>
          </ac:spMkLst>
        </pc:spChg>
        <pc:spChg chg="mod">
          <ac:chgData name="Devang magare" userId="b3e4914a3cd8ec92" providerId="LiveId" clId="{E548316A-4F5B-45BC-B226-19AC766A431B}" dt="2026-01-11T17:10:49.957" v="322" actId="255"/>
          <ac:spMkLst>
            <pc:docMk/>
            <pc:sldMk cId="0" sldId="263"/>
            <ac:spMk id="3" creationId="{00000000-0000-0000-0000-000000000000}"/>
          </ac:spMkLst>
        </pc:spChg>
        <pc:spChg chg="mod">
          <ac:chgData name="Devang magare" userId="b3e4914a3cd8ec92" providerId="LiveId" clId="{E548316A-4F5B-45BC-B226-19AC766A431B}" dt="2026-01-11T17:11:09.904" v="327" actId="255"/>
          <ac:spMkLst>
            <pc:docMk/>
            <pc:sldMk cId="0" sldId="263"/>
            <ac:spMk id="4" creationId="{00000000-0000-0000-0000-000000000000}"/>
          </ac:spMkLst>
        </pc:spChg>
        <pc:spChg chg="mod">
          <ac:chgData name="Devang magare" userId="b3e4914a3cd8ec92" providerId="LiveId" clId="{E548316A-4F5B-45BC-B226-19AC766A431B}" dt="2026-01-11T17:14:58.614" v="330" actId="14100"/>
          <ac:spMkLst>
            <pc:docMk/>
            <pc:sldMk cId="0" sldId="263"/>
            <ac:spMk id="5" creationId="{00000000-0000-0000-0000-000000000000}"/>
          </ac:spMkLst>
        </pc:spChg>
        <pc:spChg chg="mod">
          <ac:chgData name="Devang magare" userId="b3e4914a3cd8ec92" providerId="LiveId" clId="{E548316A-4F5B-45BC-B226-19AC766A431B}" dt="2026-01-11T17:15:15.814" v="336" actId="255"/>
          <ac:spMkLst>
            <pc:docMk/>
            <pc:sldMk cId="0" sldId="263"/>
            <ac:spMk id="6" creationId="{00000000-0000-0000-0000-000000000000}"/>
          </ac:spMkLst>
        </pc:spChg>
        <pc:spChg chg="mod">
          <ac:chgData name="Devang magare" userId="b3e4914a3cd8ec92" providerId="LiveId" clId="{E548316A-4F5B-45BC-B226-19AC766A431B}" dt="2026-01-11T17:16:22.911" v="352" actId="14100"/>
          <ac:spMkLst>
            <pc:docMk/>
            <pc:sldMk cId="0" sldId="263"/>
            <ac:spMk id="8" creationId="{00000000-0000-0000-0000-000000000000}"/>
          </ac:spMkLst>
        </pc:spChg>
        <pc:spChg chg="del mod">
          <ac:chgData name="Devang magare" userId="b3e4914a3cd8ec92" providerId="LiveId" clId="{E548316A-4F5B-45BC-B226-19AC766A431B}" dt="2026-01-11T17:16:01.803" v="345" actId="478"/>
          <ac:spMkLst>
            <pc:docMk/>
            <pc:sldMk cId="0" sldId="263"/>
            <ac:spMk id="9" creationId="{00000000-0000-0000-0000-000000000000}"/>
          </ac:spMkLst>
        </pc:spChg>
        <pc:spChg chg="mod">
          <ac:chgData name="Devang magare" userId="b3e4914a3cd8ec92" providerId="LiveId" clId="{E548316A-4F5B-45BC-B226-19AC766A431B}" dt="2026-01-11T17:15:55.090" v="343" actId="14100"/>
          <ac:spMkLst>
            <pc:docMk/>
            <pc:sldMk cId="0" sldId="263"/>
            <ac:spMk id="10" creationId="{00000000-0000-0000-0000-000000000000}"/>
          </ac:spMkLst>
        </pc:spChg>
        <pc:spChg chg="mod">
          <ac:chgData name="Devang magare" userId="b3e4914a3cd8ec92" providerId="LiveId" clId="{E548316A-4F5B-45BC-B226-19AC766A431B}" dt="2026-01-11T17:15:51.512" v="342" actId="255"/>
          <ac:spMkLst>
            <pc:docMk/>
            <pc:sldMk cId="0" sldId="263"/>
            <ac:spMk id="11" creationId="{00000000-0000-0000-0000-000000000000}"/>
          </ac:spMkLst>
        </pc:spChg>
        <pc:spChg chg="add mod ord">
          <ac:chgData name="Devang magare" userId="b3e4914a3cd8ec92" providerId="LiveId" clId="{E548316A-4F5B-45BC-B226-19AC766A431B}" dt="2026-01-11T17:15:05.236" v="332" actId="14100"/>
          <ac:spMkLst>
            <pc:docMk/>
            <pc:sldMk cId="0" sldId="263"/>
            <ac:spMk id="14" creationId="{46CDC1FB-A436-D883-BCE7-17ED298610D6}"/>
          </ac:spMkLst>
        </pc:spChg>
        <pc:picChg chg="mod">
          <ac:chgData name="Devang magare" userId="b3e4914a3cd8ec92" providerId="LiveId" clId="{E548316A-4F5B-45BC-B226-19AC766A431B}" dt="2026-01-11T17:16:30.557" v="355" actId="1076"/>
          <ac:picMkLst>
            <pc:docMk/>
            <pc:sldMk cId="0" sldId="263"/>
            <ac:picMk id="7" creationId="{00000000-0000-0000-0000-000000000000}"/>
          </ac:picMkLst>
        </pc:picChg>
        <pc:picChg chg="mod">
          <ac:chgData name="Devang magare" userId="b3e4914a3cd8ec92" providerId="LiveId" clId="{E548316A-4F5B-45BC-B226-19AC766A431B}" dt="2026-01-11T17:16:32.197" v="356" actId="1076"/>
          <ac:picMkLst>
            <pc:docMk/>
            <pc:sldMk cId="0" sldId="263"/>
            <ac:picMk id="12" creationId="{00000000-0000-0000-0000-000000000000}"/>
          </ac:picMkLst>
        </pc:picChg>
      </pc:sldChg>
      <pc:sldChg chg="addSp modSp mod">
        <pc:chgData name="Devang magare" userId="b3e4914a3cd8ec92" providerId="LiveId" clId="{E548316A-4F5B-45BC-B226-19AC766A431B}" dt="2026-01-11T17:19:19.308" v="391" actId="14100"/>
        <pc:sldMkLst>
          <pc:docMk/>
          <pc:sldMk cId="0" sldId="264"/>
        </pc:sldMkLst>
        <pc:spChg chg="mod">
          <ac:chgData name="Devang magare" userId="b3e4914a3cd8ec92" providerId="LiveId" clId="{E548316A-4F5B-45BC-B226-19AC766A431B}" dt="2026-01-11T17:17:25.562" v="367" actId="14100"/>
          <ac:spMkLst>
            <pc:docMk/>
            <pc:sldMk cId="0" sldId="264"/>
            <ac:spMk id="2" creationId="{00000000-0000-0000-0000-000000000000}"/>
          </ac:spMkLst>
        </pc:spChg>
        <pc:spChg chg="mod">
          <ac:chgData name="Devang magare" userId="b3e4914a3cd8ec92" providerId="LiveId" clId="{E548316A-4F5B-45BC-B226-19AC766A431B}" dt="2026-01-11T17:17:12.761" v="363" actId="14100"/>
          <ac:spMkLst>
            <pc:docMk/>
            <pc:sldMk cId="0" sldId="264"/>
            <ac:spMk id="3" creationId="{00000000-0000-0000-0000-000000000000}"/>
          </ac:spMkLst>
        </pc:spChg>
        <pc:spChg chg="mod">
          <ac:chgData name="Devang magare" userId="b3e4914a3cd8ec92" providerId="LiveId" clId="{E548316A-4F5B-45BC-B226-19AC766A431B}" dt="2026-01-11T17:17:39.132" v="370" actId="14100"/>
          <ac:spMkLst>
            <pc:docMk/>
            <pc:sldMk cId="0" sldId="264"/>
            <ac:spMk id="4" creationId="{00000000-0000-0000-0000-000000000000}"/>
          </ac:spMkLst>
        </pc:spChg>
        <pc:spChg chg="mod">
          <ac:chgData name="Devang magare" userId="b3e4914a3cd8ec92" providerId="LiveId" clId="{E548316A-4F5B-45BC-B226-19AC766A431B}" dt="2026-01-11T17:17:52.785" v="373" actId="14100"/>
          <ac:spMkLst>
            <pc:docMk/>
            <pc:sldMk cId="0" sldId="264"/>
            <ac:spMk id="5" creationId="{00000000-0000-0000-0000-000000000000}"/>
          </ac:spMkLst>
        </pc:spChg>
        <pc:spChg chg="mod">
          <ac:chgData name="Devang magare" userId="b3e4914a3cd8ec92" providerId="LiveId" clId="{E548316A-4F5B-45BC-B226-19AC766A431B}" dt="2026-01-11T17:18:10.828" v="379" actId="255"/>
          <ac:spMkLst>
            <pc:docMk/>
            <pc:sldMk cId="0" sldId="264"/>
            <ac:spMk id="6" creationId="{00000000-0000-0000-0000-000000000000}"/>
          </ac:spMkLst>
        </pc:spChg>
        <pc:spChg chg="mod">
          <ac:chgData name="Devang magare" userId="b3e4914a3cd8ec92" providerId="LiveId" clId="{E548316A-4F5B-45BC-B226-19AC766A431B}" dt="2026-01-11T17:18:27.247" v="383" actId="14100"/>
          <ac:spMkLst>
            <pc:docMk/>
            <pc:sldMk cId="0" sldId="264"/>
            <ac:spMk id="8" creationId="{00000000-0000-0000-0000-000000000000}"/>
          </ac:spMkLst>
        </pc:spChg>
        <pc:spChg chg="mod">
          <ac:chgData name="Devang magare" userId="b3e4914a3cd8ec92" providerId="LiveId" clId="{E548316A-4F5B-45BC-B226-19AC766A431B}" dt="2026-01-11T17:18:40.070" v="386" actId="14100"/>
          <ac:spMkLst>
            <pc:docMk/>
            <pc:sldMk cId="0" sldId="264"/>
            <ac:spMk id="10" creationId="{00000000-0000-0000-0000-000000000000}"/>
          </ac:spMkLst>
        </pc:spChg>
        <pc:spChg chg="mod">
          <ac:chgData name="Devang magare" userId="b3e4914a3cd8ec92" providerId="LiveId" clId="{E548316A-4F5B-45BC-B226-19AC766A431B}" dt="2026-01-11T17:19:15.525" v="389" actId="255"/>
          <ac:spMkLst>
            <pc:docMk/>
            <pc:sldMk cId="0" sldId="264"/>
            <ac:spMk id="11" creationId="{00000000-0000-0000-0000-000000000000}"/>
          </ac:spMkLst>
        </pc:spChg>
        <pc:spChg chg="add mod ord">
          <ac:chgData name="Devang magare" userId="b3e4914a3cd8ec92" providerId="LiveId" clId="{E548316A-4F5B-45BC-B226-19AC766A431B}" dt="2026-01-11T17:17:57.864" v="375" actId="14100"/>
          <ac:spMkLst>
            <pc:docMk/>
            <pc:sldMk cId="0" sldId="264"/>
            <ac:spMk id="14" creationId="{FA98DD81-8F76-E2B8-66F9-4BB72028892B}"/>
          </ac:spMkLst>
        </pc:spChg>
        <pc:picChg chg="mod">
          <ac:chgData name="Devang magare" userId="b3e4914a3cd8ec92" providerId="LiveId" clId="{E548316A-4F5B-45BC-B226-19AC766A431B}" dt="2026-01-11T17:19:19.308" v="391" actId="14100"/>
          <ac:picMkLst>
            <pc:docMk/>
            <pc:sldMk cId="0" sldId="264"/>
            <ac:picMk id="7" creationId="{00000000-0000-0000-0000-000000000000}"/>
          </ac:picMkLst>
        </pc:picChg>
        <pc:picChg chg="mod">
          <ac:chgData name="Devang magare" userId="b3e4914a3cd8ec92" providerId="LiveId" clId="{E548316A-4F5B-45BC-B226-19AC766A431B}" dt="2026-01-11T16:33:50.172" v="87" actId="14100"/>
          <ac:picMkLst>
            <pc:docMk/>
            <pc:sldMk cId="0" sldId="264"/>
            <ac:picMk id="12" creationId="{00000000-0000-0000-0000-000000000000}"/>
          </ac:picMkLst>
        </pc:picChg>
      </pc:sldChg>
      <pc:sldChg chg="addSp modSp mod">
        <pc:chgData name="Devang magare" userId="b3e4914a3cd8ec92" providerId="LiveId" clId="{E548316A-4F5B-45BC-B226-19AC766A431B}" dt="2026-01-11T17:21:04.696" v="409" actId="14100"/>
        <pc:sldMkLst>
          <pc:docMk/>
          <pc:sldMk cId="0" sldId="265"/>
        </pc:sldMkLst>
        <pc:spChg chg="mod">
          <ac:chgData name="Devang magare" userId="b3e4914a3cd8ec92" providerId="LiveId" clId="{E548316A-4F5B-45BC-B226-19AC766A431B}" dt="2026-01-11T16:39:32.271" v="155" actId="1076"/>
          <ac:spMkLst>
            <pc:docMk/>
            <pc:sldMk cId="0" sldId="265"/>
            <ac:spMk id="2" creationId="{00000000-0000-0000-0000-000000000000}"/>
          </ac:spMkLst>
        </pc:spChg>
        <pc:spChg chg="mod">
          <ac:chgData name="Devang magare" userId="b3e4914a3cd8ec92" providerId="LiveId" clId="{E548316A-4F5B-45BC-B226-19AC766A431B}" dt="2026-01-11T16:39:49.666" v="157" actId="14100"/>
          <ac:spMkLst>
            <pc:docMk/>
            <pc:sldMk cId="0" sldId="265"/>
            <ac:spMk id="3" creationId="{00000000-0000-0000-0000-000000000000}"/>
          </ac:spMkLst>
        </pc:spChg>
        <pc:spChg chg="mod">
          <ac:chgData name="Devang magare" userId="b3e4914a3cd8ec92" providerId="LiveId" clId="{E548316A-4F5B-45BC-B226-19AC766A431B}" dt="2026-01-11T16:40:04.804" v="159" actId="14100"/>
          <ac:spMkLst>
            <pc:docMk/>
            <pc:sldMk cId="0" sldId="265"/>
            <ac:spMk id="4" creationId="{00000000-0000-0000-0000-000000000000}"/>
          </ac:spMkLst>
        </pc:spChg>
        <pc:spChg chg="mod">
          <ac:chgData name="Devang magare" userId="b3e4914a3cd8ec92" providerId="LiveId" clId="{E548316A-4F5B-45BC-B226-19AC766A431B}" dt="2026-01-11T16:39:59.614" v="158" actId="255"/>
          <ac:spMkLst>
            <pc:docMk/>
            <pc:sldMk cId="0" sldId="265"/>
            <ac:spMk id="5" creationId="{00000000-0000-0000-0000-000000000000}"/>
          </ac:spMkLst>
        </pc:spChg>
        <pc:spChg chg="mod">
          <ac:chgData name="Devang magare" userId="b3e4914a3cd8ec92" providerId="LiveId" clId="{E548316A-4F5B-45BC-B226-19AC766A431B}" dt="2026-01-11T17:20:06.489" v="398" actId="14100"/>
          <ac:spMkLst>
            <pc:docMk/>
            <pc:sldMk cId="0" sldId="265"/>
            <ac:spMk id="6" creationId="{00000000-0000-0000-0000-000000000000}"/>
          </ac:spMkLst>
        </pc:spChg>
        <pc:spChg chg="mod">
          <ac:chgData name="Devang magare" userId="b3e4914a3cd8ec92" providerId="LiveId" clId="{E548316A-4F5B-45BC-B226-19AC766A431B}" dt="2026-01-11T17:20:10.414" v="399" actId="255"/>
          <ac:spMkLst>
            <pc:docMk/>
            <pc:sldMk cId="0" sldId="265"/>
            <ac:spMk id="7" creationId="{00000000-0000-0000-0000-000000000000}"/>
          </ac:spMkLst>
        </pc:spChg>
        <pc:spChg chg="mod">
          <ac:chgData name="Devang magare" userId="b3e4914a3cd8ec92" providerId="LiveId" clId="{E548316A-4F5B-45BC-B226-19AC766A431B}" dt="2026-01-11T17:20:26.155" v="403" actId="14100"/>
          <ac:spMkLst>
            <pc:docMk/>
            <pc:sldMk cId="0" sldId="265"/>
            <ac:spMk id="8" creationId="{00000000-0000-0000-0000-000000000000}"/>
          </ac:spMkLst>
        </pc:spChg>
        <pc:spChg chg="mod">
          <ac:chgData name="Devang magare" userId="b3e4914a3cd8ec92" providerId="LiveId" clId="{E548316A-4F5B-45BC-B226-19AC766A431B}" dt="2026-01-11T17:20:40.779" v="404" actId="255"/>
          <ac:spMkLst>
            <pc:docMk/>
            <pc:sldMk cId="0" sldId="265"/>
            <ac:spMk id="10" creationId="{00000000-0000-0000-0000-000000000000}"/>
          </ac:spMkLst>
        </pc:spChg>
        <pc:spChg chg="mod">
          <ac:chgData name="Devang magare" userId="b3e4914a3cd8ec92" providerId="LiveId" clId="{E548316A-4F5B-45BC-B226-19AC766A431B}" dt="2026-01-11T17:20:44.806" v="405" actId="14100"/>
          <ac:spMkLst>
            <pc:docMk/>
            <pc:sldMk cId="0" sldId="265"/>
            <ac:spMk id="12" creationId="{00000000-0000-0000-0000-000000000000}"/>
          </ac:spMkLst>
        </pc:spChg>
        <pc:spChg chg="mod">
          <ac:chgData name="Devang magare" userId="b3e4914a3cd8ec92" providerId="LiveId" clId="{E548316A-4F5B-45BC-B226-19AC766A431B}" dt="2026-01-11T17:21:04.696" v="409" actId="14100"/>
          <ac:spMkLst>
            <pc:docMk/>
            <pc:sldMk cId="0" sldId="265"/>
            <ac:spMk id="13" creationId="{00000000-0000-0000-0000-000000000000}"/>
          </ac:spMkLst>
        </pc:spChg>
        <pc:spChg chg="add mod ord">
          <ac:chgData name="Devang magare" userId="b3e4914a3cd8ec92" providerId="LiveId" clId="{E548316A-4F5B-45BC-B226-19AC766A431B}" dt="2026-01-11T17:20:15.178" v="400" actId="14100"/>
          <ac:spMkLst>
            <pc:docMk/>
            <pc:sldMk cId="0" sldId="265"/>
            <ac:spMk id="16" creationId="{17F8EDA3-41FC-4C53-308E-910857103822}"/>
          </ac:spMkLst>
        </pc:spChg>
        <pc:picChg chg="mod">
          <ac:chgData name="Devang magare" userId="b3e4914a3cd8ec92" providerId="LiveId" clId="{E548316A-4F5B-45BC-B226-19AC766A431B}" dt="2026-01-11T17:19:44.920" v="395" actId="1076"/>
          <ac:picMkLst>
            <pc:docMk/>
            <pc:sldMk cId="0" sldId="265"/>
            <ac:picMk id="9" creationId="{00000000-0000-0000-0000-000000000000}"/>
          </ac:picMkLst>
        </pc:picChg>
        <pc:picChg chg="mod">
          <ac:chgData name="Devang magare" userId="b3e4914a3cd8ec92" providerId="LiveId" clId="{E548316A-4F5B-45BC-B226-19AC766A431B}" dt="2026-01-11T17:19:40.750" v="393" actId="14100"/>
          <ac:picMkLst>
            <pc:docMk/>
            <pc:sldMk cId="0" sldId="265"/>
            <ac:picMk id="14" creationId="{00000000-0000-0000-0000-000000000000}"/>
          </ac:picMkLst>
        </pc:picChg>
      </pc:sldChg>
      <pc:sldChg chg="addSp delSp modSp mod">
        <pc:chgData name="Devang magare" userId="b3e4914a3cd8ec92" providerId="LiveId" clId="{E548316A-4F5B-45BC-B226-19AC766A431B}" dt="2026-01-11T17:24:13.821" v="450" actId="14100"/>
        <pc:sldMkLst>
          <pc:docMk/>
          <pc:sldMk cId="0" sldId="266"/>
        </pc:sldMkLst>
        <pc:spChg chg="mod">
          <ac:chgData name="Devang magare" userId="b3e4914a3cd8ec92" providerId="LiveId" clId="{E548316A-4F5B-45BC-B226-19AC766A431B}" dt="2026-01-11T17:21:44.775" v="416" actId="14100"/>
          <ac:spMkLst>
            <pc:docMk/>
            <pc:sldMk cId="0" sldId="266"/>
            <ac:spMk id="2" creationId="{00000000-0000-0000-0000-000000000000}"/>
          </ac:spMkLst>
        </pc:spChg>
        <pc:spChg chg="mod">
          <ac:chgData name="Devang magare" userId="b3e4914a3cd8ec92" providerId="LiveId" clId="{E548316A-4F5B-45BC-B226-19AC766A431B}" dt="2026-01-11T17:24:13.821" v="450" actId="14100"/>
          <ac:spMkLst>
            <pc:docMk/>
            <pc:sldMk cId="0" sldId="266"/>
            <ac:spMk id="3" creationId="{00000000-0000-0000-0000-000000000000}"/>
          </ac:spMkLst>
        </pc:spChg>
        <pc:spChg chg="mod">
          <ac:chgData name="Devang magare" userId="b3e4914a3cd8ec92" providerId="LiveId" clId="{E548316A-4F5B-45BC-B226-19AC766A431B}" dt="2026-01-11T17:22:02.813" v="420" actId="14100"/>
          <ac:spMkLst>
            <pc:docMk/>
            <pc:sldMk cId="0" sldId="266"/>
            <ac:spMk id="4" creationId="{00000000-0000-0000-0000-000000000000}"/>
          </ac:spMkLst>
        </pc:spChg>
        <pc:spChg chg="mod">
          <ac:chgData name="Devang magare" userId="b3e4914a3cd8ec92" providerId="LiveId" clId="{E548316A-4F5B-45BC-B226-19AC766A431B}" dt="2026-01-11T17:22:14.298" v="423" actId="14100"/>
          <ac:spMkLst>
            <pc:docMk/>
            <pc:sldMk cId="0" sldId="266"/>
            <ac:spMk id="5" creationId="{00000000-0000-0000-0000-000000000000}"/>
          </ac:spMkLst>
        </pc:spChg>
        <pc:spChg chg="mod">
          <ac:chgData name="Devang magare" userId="b3e4914a3cd8ec92" providerId="LiveId" clId="{E548316A-4F5B-45BC-B226-19AC766A431B}" dt="2026-01-11T17:22:24.457" v="425" actId="255"/>
          <ac:spMkLst>
            <pc:docMk/>
            <pc:sldMk cId="0" sldId="266"/>
            <ac:spMk id="6" creationId="{00000000-0000-0000-0000-000000000000}"/>
          </ac:spMkLst>
        </pc:spChg>
        <pc:spChg chg="mod">
          <ac:chgData name="Devang magare" userId="b3e4914a3cd8ec92" providerId="LiveId" clId="{E548316A-4F5B-45BC-B226-19AC766A431B}" dt="2026-01-11T17:22:56.367" v="434" actId="14100"/>
          <ac:spMkLst>
            <pc:docMk/>
            <pc:sldMk cId="0" sldId="266"/>
            <ac:spMk id="8" creationId="{00000000-0000-0000-0000-000000000000}"/>
          </ac:spMkLst>
        </pc:spChg>
        <pc:spChg chg="mod">
          <ac:chgData name="Devang magare" userId="b3e4914a3cd8ec92" providerId="LiveId" clId="{E548316A-4F5B-45BC-B226-19AC766A431B}" dt="2026-01-11T17:23:30.689" v="441" actId="14100"/>
          <ac:spMkLst>
            <pc:docMk/>
            <pc:sldMk cId="0" sldId="266"/>
            <ac:spMk id="9" creationId="{00000000-0000-0000-0000-000000000000}"/>
          </ac:spMkLst>
        </pc:spChg>
        <pc:spChg chg="del mod">
          <ac:chgData name="Devang magare" userId="b3e4914a3cd8ec92" providerId="LiveId" clId="{E548316A-4F5B-45BC-B226-19AC766A431B}" dt="2026-01-11T17:23:19.024" v="439" actId="478"/>
          <ac:spMkLst>
            <pc:docMk/>
            <pc:sldMk cId="0" sldId="266"/>
            <ac:spMk id="10" creationId="{00000000-0000-0000-0000-000000000000}"/>
          </ac:spMkLst>
        </pc:spChg>
        <pc:spChg chg="mod">
          <ac:chgData name="Devang magare" userId="b3e4914a3cd8ec92" providerId="LiveId" clId="{E548316A-4F5B-45BC-B226-19AC766A431B}" dt="2026-01-11T17:23:15.314" v="438" actId="255"/>
          <ac:spMkLst>
            <pc:docMk/>
            <pc:sldMk cId="0" sldId="266"/>
            <ac:spMk id="11" creationId="{00000000-0000-0000-0000-000000000000}"/>
          </ac:spMkLst>
        </pc:spChg>
        <pc:spChg chg="add mod ord">
          <ac:chgData name="Devang magare" userId="b3e4914a3cd8ec92" providerId="LiveId" clId="{E548316A-4F5B-45BC-B226-19AC766A431B}" dt="2026-01-11T17:22:38.500" v="430" actId="167"/>
          <ac:spMkLst>
            <pc:docMk/>
            <pc:sldMk cId="0" sldId="266"/>
            <ac:spMk id="14" creationId="{E173F6C4-BC94-B818-A315-607C6249F804}"/>
          </ac:spMkLst>
        </pc:spChg>
        <pc:picChg chg="mod">
          <ac:chgData name="Devang magare" userId="b3e4914a3cd8ec92" providerId="LiveId" clId="{E548316A-4F5B-45BC-B226-19AC766A431B}" dt="2026-01-11T17:23:45.165" v="448" actId="14100"/>
          <ac:picMkLst>
            <pc:docMk/>
            <pc:sldMk cId="0" sldId="266"/>
            <ac:picMk id="7" creationId="{00000000-0000-0000-0000-000000000000}"/>
          </ac:picMkLst>
        </pc:picChg>
        <pc:picChg chg="mod">
          <ac:chgData name="Devang magare" userId="b3e4914a3cd8ec92" providerId="LiveId" clId="{E548316A-4F5B-45BC-B226-19AC766A431B}" dt="2026-01-11T17:23:39.201" v="445" actId="14100"/>
          <ac:picMkLst>
            <pc:docMk/>
            <pc:sldMk cId="0" sldId="266"/>
            <ac:picMk id="12" creationId="{00000000-0000-0000-0000-000000000000}"/>
          </ac:picMkLst>
        </pc:picChg>
      </pc:sldChg>
      <pc:sldChg chg="addSp modSp mod">
        <pc:chgData name="Devang magare" userId="b3e4914a3cd8ec92" providerId="LiveId" clId="{E548316A-4F5B-45BC-B226-19AC766A431B}" dt="2026-01-11T17:49:19.479" v="816" actId="14100"/>
        <pc:sldMkLst>
          <pc:docMk/>
          <pc:sldMk cId="0" sldId="267"/>
        </pc:sldMkLst>
        <pc:spChg chg="mod">
          <ac:chgData name="Devang magare" userId="b3e4914a3cd8ec92" providerId="LiveId" clId="{E548316A-4F5B-45BC-B226-19AC766A431B}" dt="2026-01-11T17:24:28.493" v="455" actId="14100"/>
          <ac:spMkLst>
            <pc:docMk/>
            <pc:sldMk cId="0" sldId="267"/>
            <ac:spMk id="2" creationId="{00000000-0000-0000-0000-000000000000}"/>
          </ac:spMkLst>
        </pc:spChg>
        <pc:spChg chg="mod">
          <ac:chgData name="Devang magare" userId="b3e4914a3cd8ec92" providerId="LiveId" clId="{E548316A-4F5B-45BC-B226-19AC766A431B}" dt="2026-01-11T17:24:22.241" v="452" actId="14100"/>
          <ac:spMkLst>
            <pc:docMk/>
            <pc:sldMk cId="0" sldId="267"/>
            <ac:spMk id="3" creationId="{00000000-0000-0000-0000-000000000000}"/>
          </ac:spMkLst>
        </pc:spChg>
        <pc:spChg chg="mod">
          <ac:chgData name="Devang magare" userId="b3e4914a3cd8ec92" providerId="LiveId" clId="{E548316A-4F5B-45BC-B226-19AC766A431B}" dt="2026-01-11T17:24:38.005" v="458" actId="255"/>
          <ac:spMkLst>
            <pc:docMk/>
            <pc:sldMk cId="0" sldId="267"/>
            <ac:spMk id="4" creationId="{00000000-0000-0000-0000-000000000000}"/>
          </ac:spMkLst>
        </pc:spChg>
        <pc:spChg chg="mod">
          <ac:chgData name="Devang magare" userId="b3e4914a3cd8ec92" providerId="LiveId" clId="{E548316A-4F5B-45BC-B226-19AC766A431B}" dt="2026-01-11T17:24:47.802" v="461" actId="255"/>
          <ac:spMkLst>
            <pc:docMk/>
            <pc:sldMk cId="0" sldId="267"/>
            <ac:spMk id="5" creationId="{00000000-0000-0000-0000-000000000000}"/>
          </ac:spMkLst>
        </pc:spChg>
        <pc:spChg chg="mod">
          <ac:chgData name="Devang magare" userId="b3e4914a3cd8ec92" providerId="LiveId" clId="{E548316A-4F5B-45BC-B226-19AC766A431B}" dt="2026-01-11T17:24:56.479" v="463" actId="255"/>
          <ac:spMkLst>
            <pc:docMk/>
            <pc:sldMk cId="0" sldId="267"/>
            <ac:spMk id="6" creationId="{00000000-0000-0000-0000-000000000000}"/>
          </ac:spMkLst>
        </pc:spChg>
        <pc:spChg chg="mod">
          <ac:chgData name="Devang magare" userId="b3e4914a3cd8ec92" providerId="LiveId" clId="{E548316A-4F5B-45BC-B226-19AC766A431B}" dt="2026-01-11T17:25:18.531" v="470" actId="255"/>
          <ac:spMkLst>
            <pc:docMk/>
            <pc:sldMk cId="0" sldId="267"/>
            <ac:spMk id="8" creationId="{00000000-0000-0000-0000-000000000000}"/>
          </ac:spMkLst>
        </pc:spChg>
        <pc:spChg chg="mod">
          <ac:chgData name="Devang magare" userId="b3e4914a3cd8ec92" providerId="LiveId" clId="{E548316A-4F5B-45BC-B226-19AC766A431B}" dt="2026-01-11T17:25:29.393" v="472" actId="14100"/>
          <ac:spMkLst>
            <pc:docMk/>
            <pc:sldMk cId="0" sldId="267"/>
            <ac:spMk id="10" creationId="{00000000-0000-0000-0000-000000000000}"/>
          </ac:spMkLst>
        </pc:spChg>
        <pc:spChg chg="mod">
          <ac:chgData name="Devang magare" userId="b3e4914a3cd8ec92" providerId="LiveId" clId="{E548316A-4F5B-45BC-B226-19AC766A431B}" dt="2026-01-11T17:25:42.182" v="475" actId="255"/>
          <ac:spMkLst>
            <pc:docMk/>
            <pc:sldMk cId="0" sldId="267"/>
            <ac:spMk id="11" creationId="{00000000-0000-0000-0000-000000000000}"/>
          </ac:spMkLst>
        </pc:spChg>
        <pc:spChg chg="add mod ord">
          <ac:chgData name="Devang magare" userId="b3e4914a3cd8ec92" providerId="LiveId" clId="{E548316A-4F5B-45BC-B226-19AC766A431B}" dt="2026-01-11T17:25:08.423" v="467" actId="167"/>
          <ac:spMkLst>
            <pc:docMk/>
            <pc:sldMk cId="0" sldId="267"/>
            <ac:spMk id="14" creationId="{9DFB4D3C-1EF4-9B97-700D-291B2284772C}"/>
          </ac:spMkLst>
        </pc:spChg>
        <pc:picChg chg="mod">
          <ac:chgData name="Devang magare" userId="b3e4914a3cd8ec92" providerId="LiveId" clId="{E548316A-4F5B-45BC-B226-19AC766A431B}" dt="2026-01-11T17:49:19.479" v="816" actId="14100"/>
          <ac:picMkLst>
            <pc:docMk/>
            <pc:sldMk cId="0" sldId="267"/>
            <ac:picMk id="7" creationId="{00000000-0000-0000-0000-000000000000}"/>
          </ac:picMkLst>
        </pc:picChg>
        <pc:picChg chg="mod">
          <ac:chgData name="Devang magare" userId="b3e4914a3cd8ec92" providerId="LiveId" clId="{E548316A-4F5B-45BC-B226-19AC766A431B}" dt="2026-01-11T17:26:06.102" v="486" actId="1076"/>
          <ac:picMkLst>
            <pc:docMk/>
            <pc:sldMk cId="0" sldId="267"/>
            <ac:picMk id="12" creationId="{00000000-0000-0000-0000-000000000000}"/>
          </ac:picMkLst>
        </pc:picChg>
      </pc:sldChg>
      <pc:sldChg chg="addSp delSp modSp mod">
        <pc:chgData name="Devang magare" userId="b3e4914a3cd8ec92" providerId="LiveId" clId="{E548316A-4F5B-45BC-B226-19AC766A431B}" dt="2026-01-11T17:28:23.941" v="527" actId="14100"/>
        <pc:sldMkLst>
          <pc:docMk/>
          <pc:sldMk cId="0" sldId="268"/>
        </pc:sldMkLst>
        <pc:spChg chg="mod">
          <ac:chgData name="Devang magare" userId="b3e4914a3cd8ec92" providerId="LiveId" clId="{E548316A-4F5B-45BC-B226-19AC766A431B}" dt="2026-01-11T17:26:41.957" v="496" actId="14100"/>
          <ac:spMkLst>
            <pc:docMk/>
            <pc:sldMk cId="0" sldId="268"/>
            <ac:spMk id="2" creationId="{00000000-0000-0000-0000-000000000000}"/>
          </ac:spMkLst>
        </pc:spChg>
        <pc:spChg chg="mod">
          <ac:chgData name="Devang magare" userId="b3e4914a3cd8ec92" providerId="LiveId" clId="{E548316A-4F5B-45BC-B226-19AC766A431B}" dt="2026-01-11T17:26:33.987" v="493" actId="255"/>
          <ac:spMkLst>
            <pc:docMk/>
            <pc:sldMk cId="0" sldId="268"/>
            <ac:spMk id="3" creationId="{00000000-0000-0000-0000-000000000000}"/>
          </ac:spMkLst>
        </pc:spChg>
        <pc:spChg chg="mod">
          <ac:chgData name="Devang magare" userId="b3e4914a3cd8ec92" providerId="LiveId" clId="{E548316A-4F5B-45BC-B226-19AC766A431B}" dt="2026-01-11T17:26:55.017" v="500" actId="14100"/>
          <ac:spMkLst>
            <pc:docMk/>
            <pc:sldMk cId="0" sldId="268"/>
            <ac:spMk id="4" creationId="{00000000-0000-0000-0000-000000000000}"/>
          </ac:spMkLst>
        </pc:spChg>
        <pc:spChg chg="mod">
          <ac:chgData name="Devang magare" userId="b3e4914a3cd8ec92" providerId="LiveId" clId="{E548316A-4F5B-45BC-B226-19AC766A431B}" dt="2026-01-11T17:27:05.918" v="503" actId="255"/>
          <ac:spMkLst>
            <pc:docMk/>
            <pc:sldMk cId="0" sldId="268"/>
            <ac:spMk id="5" creationId="{00000000-0000-0000-0000-000000000000}"/>
          </ac:spMkLst>
        </pc:spChg>
        <pc:spChg chg="mod">
          <ac:chgData name="Devang magare" userId="b3e4914a3cd8ec92" providerId="LiveId" clId="{E548316A-4F5B-45BC-B226-19AC766A431B}" dt="2026-01-11T17:27:15.949" v="506" actId="255"/>
          <ac:spMkLst>
            <pc:docMk/>
            <pc:sldMk cId="0" sldId="268"/>
            <ac:spMk id="6" creationId="{00000000-0000-0000-0000-000000000000}"/>
          </ac:spMkLst>
        </pc:spChg>
        <pc:spChg chg="mod">
          <ac:chgData name="Devang magare" userId="b3e4914a3cd8ec92" providerId="LiveId" clId="{E548316A-4F5B-45BC-B226-19AC766A431B}" dt="2026-01-11T17:27:39.036" v="513" actId="255"/>
          <ac:spMkLst>
            <pc:docMk/>
            <pc:sldMk cId="0" sldId="268"/>
            <ac:spMk id="8" creationId="{00000000-0000-0000-0000-000000000000}"/>
          </ac:spMkLst>
        </pc:spChg>
        <pc:spChg chg="mod">
          <ac:chgData name="Devang magare" userId="b3e4914a3cd8ec92" providerId="LiveId" clId="{E548316A-4F5B-45BC-B226-19AC766A431B}" dt="2026-01-11T17:28:01.410" v="518" actId="14100"/>
          <ac:spMkLst>
            <pc:docMk/>
            <pc:sldMk cId="0" sldId="268"/>
            <ac:spMk id="10" creationId="{00000000-0000-0000-0000-000000000000}"/>
          </ac:spMkLst>
        </pc:spChg>
        <pc:spChg chg="mod">
          <ac:chgData name="Devang magare" userId="b3e4914a3cd8ec92" providerId="LiveId" clId="{E548316A-4F5B-45BC-B226-19AC766A431B}" dt="2026-01-11T17:28:08.556" v="520" actId="14100"/>
          <ac:spMkLst>
            <pc:docMk/>
            <pc:sldMk cId="0" sldId="268"/>
            <ac:spMk id="11" creationId="{00000000-0000-0000-0000-000000000000}"/>
          </ac:spMkLst>
        </pc:spChg>
        <pc:spChg chg="del">
          <ac:chgData name="Devang magare" userId="b3e4914a3cd8ec92" providerId="LiveId" clId="{E548316A-4F5B-45BC-B226-19AC766A431B}" dt="2026-01-11T17:27:57.273" v="517" actId="478"/>
          <ac:spMkLst>
            <pc:docMk/>
            <pc:sldMk cId="0" sldId="268"/>
            <ac:spMk id="13" creationId="{00000000-0000-0000-0000-000000000000}"/>
          </ac:spMkLst>
        </pc:spChg>
        <pc:spChg chg="add mod ord">
          <ac:chgData name="Devang magare" userId="b3e4914a3cd8ec92" providerId="LiveId" clId="{E548316A-4F5B-45BC-B226-19AC766A431B}" dt="2026-01-11T17:27:26.746" v="510" actId="167"/>
          <ac:spMkLst>
            <pc:docMk/>
            <pc:sldMk cId="0" sldId="268"/>
            <ac:spMk id="14" creationId="{BED161E5-587B-A5B2-3E72-20ADADB5C648}"/>
          </ac:spMkLst>
        </pc:spChg>
        <pc:picChg chg="mod">
          <ac:chgData name="Devang magare" userId="b3e4914a3cd8ec92" providerId="LiveId" clId="{E548316A-4F5B-45BC-B226-19AC766A431B}" dt="2026-01-11T17:28:16.905" v="524" actId="14100"/>
          <ac:picMkLst>
            <pc:docMk/>
            <pc:sldMk cId="0" sldId="268"/>
            <ac:picMk id="7" creationId="{00000000-0000-0000-0000-000000000000}"/>
          </ac:picMkLst>
        </pc:picChg>
        <pc:picChg chg="mod">
          <ac:chgData name="Devang magare" userId="b3e4914a3cd8ec92" providerId="LiveId" clId="{E548316A-4F5B-45BC-B226-19AC766A431B}" dt="2026-01-11T17:28:23.941" v="527" actId="14100"/>
          <ac:picMkLst>
            <pc:docMk/>
            <pc:sldMk cId="0" sldId="268"/>
            <ac:picMk id="12" creationId="{00000000-0000-0000-0000-000000000000}"/>
          </ac:picMkLst>
        </pc:picChg>
      </pc:sldChg>
      <pc:sldChg chg="addSp modSp mod">
        <pc:chgData name="Devang magare" userId="b3e4914a3cd8ec92" providerId="LiveId" clId="{E548316A-4F5B-45BC-B226-19AC766A431B}" dt="2026-01-11T17:32:37.662" v="566" actId="14100"/>
        <pc:sldMkLst>
          <pc:docMk/>
          <pc:sldMk cId="0" sldId="269"/>
        </pc:sldMkLst>
        <pc:spChg chg="mod">
          <ac:chgData name="Devang magare" userId="b3e4914a3cd8ec92" providerId="LiveId" clId="{E548316A-4F5B-45BC-B226-19AC766A431B}" dt="2026-01-11T17:30:41.978" v="535" actId="14100"/>
          <ac:spMkLst>
            <pc:docMk/>
            <pc:sldMk cId="0" sldId="269"/>
            <ac:spMk id="2" creationId="{00000000-0000-0000-0000-000000000000}"/>
          </ac:spMkLst>
        </pc:spChg>
        <pc:spChg chg="mod">
          <ac:chgData name="Devang magare" userId="b3e4914a3cd8ec92" providerId="LiveId" clId="{E548316A-4F5B-45BC-B226-19AC766A431B}" dt="2026-01-11T17:30:35.341" v="533" actId="255"/>
          <ac:spMkLst>
            <pc:docMk/>
            <pc:sldMk cId="0" sldId="269"/>
            <ac:spMk id="3" creationId="{00000000-0000-0000-0000-000000000000}"/>
          </ac:spMkLst>
        </pc:spChg>
        <pc:spChg chg="mod">
          <ac:chgData name="Devang magare" userId="b3e4914a3cd8ec92" providerId="LiveId" clId="{E548316A-4F5B-45BC-B226-19AC766A431B}" dt="2026-01-11T17:30:56.411" v="538" actId="14100"/>
          <ac:spMkLst>
            <pc:docMk/>
            <pc:sldMk cId="0" sldId="269"/>
            <ac:spMk id="4" creationId="{00000000-0000-0000-0000-000000000000}"/>
          </ac:spMkLst>
        </pc:spChg>
        <pc:spChg chg="mod">
          <ac:chgData name="Devang magare" userId="b3e4914a3cd8ec92" providerId="LiveId" clId="{E548316A-4F5B-45BC-B226-19AC766A431B}" dt="2026-01-11T17:31:08.709" v="541" actId="255"/>
          <ac:spMkLst>
            <pc:docMk/>
            <pc:sldMk cId="0" sldId="269"/>
            <ac:spMk id="5" creationId="{00000000-0000-0000-0000-000000000000}"/>
          </ac:spMkLst>
        </pc:spChg>
        <pc:spChg chg="mod">
          <ac:chgData name="Devang magare" userId="b3e4914a3cd8ec92" providerId="LiveId" clId="{E548316A-4F5B-45BC-B226-19AC766A431B}" dt="2026-01-11T17:31:43.226" v="550" actId="255"/>
          <ac:spMkLst>
            <pc:docMk/>
            <pc:sldMk cId="0" sldId="269"/>
            <ac:spMk id="6" creationId="{00000000-0000-0000-0000-000000000000}"/>
          </ac:spMkLst>
        </pc:spChg>
        <pc:spChg chg="mod">
          <ac:chgData name="Devang magare" userId="b3e4914a3cd8ec92" providerId="LiveId" clId="{E548316A-4F5B-45BC-B226-19AC766A431B}" dt="2026-01-11T17:31:56.831" v="553" actId="255"/>
          <ac:spMkLst>
            <pc:docMk/>
            <pc:sldMk cId="0" sldId="269"/>
            <ac:spMk id="8" creationId="{00000000-0000-0000-0000-000000000000}"/>
          </ac:spMkLst>
        </pc:spChg>
        <pc:spChg chg="mod">
          <ac:chgData name="Devang magare" userId="b3e4914a3cd8ec92" providerId="LiveId" clId="{E548316A-4F5B-45BC-B226-19AC766A431B}" dt="2026-01-11T17:32:06.688" v="556" actId="14100"/>
          <ac:spMkLst>
            <pc:docMk/>
            <pc:sldMk cId="0" sldId="269"/>
            <ac:spMk id="10" creationId="{00000000-0000-0000-0000-000000000000}"/>
          </ac:spMkLst>
        </pc:spChg>
        <pc:spChg chg="mod">
          <ac:chgData name="Devang magare" userId="b3e4914a3cd8ec92" providerId="LiveId" clId="{E548316A-4F5B-45BC-B226-19AC766A431B}" dt="2026-01-11T17:32:19.749" v="559" actId="14100"/>
          <ac:spMkLst>
            <pc:docMk/>
            <pc:sldMk cId="0" sldId="269"/>
            <ac:spMk id="11" creationId="{00000000-0000-0000-0000-000000000000}"/>
          </ac:spMkLst>
        </pc:spChg>
        <pc:spChg chg="add mod ord">
          <ac:chgData name="Devang magare" userId="b3e4914a3cd8ec92" providerId="LiveId" clId="{E548316A-4F5B-45BC-B226-19AC766A431B}" dt="2026-01-11T17:31:24.464" v="546" actId="167"/>
          <ac:spMkLst>
            <pc:docMk/>
            <pc:sldMk cId="0" sldId="269"/>
            <ac:spMk id="14" creationId="{770B0962-A22C-9D0F-DC06-FE7DAC690F28}"/>
          </ac:spMkLst>
        </pc:spChg>
        <pc:picChg chg="mod">
          <ac:chgData name="Devang magare" userId="b3e4914a3cd8ec92" providerId="LiveId" clId="{E548316A-4F5B-45BC-B226-19AC766A431B}" dt="2026-01-11T17:32:29.742" v="564" actId="14100"/>
          <ac:picMkLst>
            <pc:docMk/>
            <pc:sldMk cId="0" sldId="269"/>
            <ac:picMk id="7" creationId="{00000000-0000-0000-0000-000000000000}"/>
          </ac:picMkLst>
        </pc:picChg>
        <pc:picChg chg="mod">
          <ac:chgData name="Devang magare" userId="b3e4914a3cd8ec92" providerId="LiveId" clId="{E548316A-4F5B-45BC-B226-19AC766A431B}" dt="2026-01-11T17:32:37.662" v="566" actId="14100"/>
          <ac:picMkLst>
            <pc:docMk/>
            <pc:sldMk cId="0" sldId="269"/>
            <ac:picMk id="12" creationId="{00000000-0000-0000-0000-000000000000}"/>
          </ac:picMkLst>
        </pc:picChg>
      </pc:sldChg>
      <pc:sldChg chg="addSp delSp modSp mod">
        <pc:chgData name="Devang magare" userId="b3e4914a3cd8ec92" providerId="LiveId" clId="{E548316A-4F5B-45BC-B226-19AC766A431B}" dt="2026-01-11T17:36:14.194" v="621" actId="478"/>
        <pc:sldMkLst>
          <pc:docMk/>
          <pc:sldMk cId="0" sldId="270"/>
        </pc:sldMkLst>
        <pc:spChg chg="mod">
          <ac:chgData name="Devang magare" userId="b3e4914a3cd8ec92" providerId="LiveId" clId="{E548316A-4F5B-45BC-B226-19AC766A431B}" dt="2026-01-11T17:33:33.680" v="578" actId="14100"/>
          <ac:spMkLst>
            <pc:docMk/>
            <pc:sldMk cId="0" sldId="270"/>
            <ac:spMk id="2" creationId="{00000000-0000-0000-0000-000000000000}"/>
          </ac:spMkLst>
        </pc:spChg>
        <pc:spChg chg="mod">
          <ac:chgData name="Devang magare" userId="b3e4914a3cd8ec92" providerId="LiveId" clId="{E548316A-4F5B-45BC-B226-19AC766A431B}" dt="2026-01-11T17:33:24.203" v="574" actId="14100"/>
          <ac:spMkLst>
            <pc:docMk/>
            <pc:sldMk cId="0" sldId="270"/>
            <ac:spMk id="3" creationId="{00000000-0000-0000-0000-000000000000}"/>
          </ac:spMkLst>
        </pc:spChg>
        <pc:spChg chg="mod">
          <ac:chgData name="Devang magare" userId="b3e4914a3cd8ec92" providerId="LiveId" clId="{E548316A-4F5B-45BC-B226-19AC766A431B}" dt="2026-01-11T17:33:54.351" v="584" actId="14100"/>
          <ac:spMkLst>
            <pc:docMk/>
            <pc:sldMk cId="0" sldId="270"/>
            <ac:spMk id="4" creationId="{00000000-0000-0000-0000-000000000000}"/>
          </ac:spMkLst>
        </pc:spChg>
        <pc:spChg chg="mod">
          <ac:chgData name="Devang magare" userId="b3e4914a3cd8ec92" providerId="LiveId" clId="{E548316A-4F5B-45BC-B226-19AC766A431B}" dt="2026-01-11T17:33:47.747" v="582" actId="14100"/>
          <ac:spMkLst>
            <pc:docMk/>
            <pc:sldMk cId="0" sldId="270"/>
            <ac:spMk id="5" creationId="{00000000-0000-0000-0000-000000000000}"/>
          </ac:spMkLst>
        </pc:spChg>
        <pc:spChg chg="mod">
          <ac:chgData name="Devang magare" userId="b3e4914a3cd8ec92" providerId="LiveId" clId="{E548316A-4F5B-45BC-B226-19AC766A431B}" dt="2026-01-11T17:34:08.444" v="586" actId="255"/>
          <ac:spMkLst>
            <pc:docMk/>
            <pc:sldMk cId="0" sldId="270"/>
            <ac:spMk id="6" creationId="{00000000-0000-0000-0000-000000000000}"/>
          </ac:spMkLst>
        </pc:spChg>
        <pc:spChg chg="mod">
          <ac:chgData name="Devang magare" userId="b3e4914a3cd8ec92" providerId="LiveId" clId="{E548316A-4F5B-45BC-B226-19AC766A431B}" dt="2026-01-11T17:34:23.508" v="590" actId="14100"/>
          <ac:spMkLst>
            <pc:docMk/>
            <pc:sldMk cId="0" sldId="270"/>
            <ac:spMk id="7" creationId="{00000000-0000-0000-0000-000000000000}"/>
          </ac:spMkLst>
        </pc:spChg>
        <pc:spChg chg="mod">
          <ac:chgData name="Devang magare" userId="b3e4914a3cd8ec92" providerId="LiveId" clId="{E548316A-4F5B-45BC-B226-19AC766A431B}" dt="2026-01-11T17:35:02.509" v="603" actId="14100"/>
          <ac:spMkLst>
            <pc:docMk/>
            <pc:sldMk cId="0" sldId="270"/>
            <ac:spMk id="8" creationId="{00000000-0000-0000-0000-000000000000}"/>
          </ac:spMkLst>
        </pc:spChg>
        <pc:spChg chg="mod">
          <ac:chgData name="Devang magare" userId="b3e4914a3cd8ec92" providerId="LiveId" clId="{E548316A-4F5B-45BC-B226-19AC766A431B}" dt="2026-01-11T17:36:11.464" v="620" actId="14100"/>
          <ac:spMkLst>
            <pc:docMk/>
            <pc:sldMk cId="0" sldId="270"/>
            <ac:spMk id="10" creationId="{00000000-0000-0000-0000-000000000000}"/>
          </ac:spMkLst>
        </pc:spChg>
        <pc:spChg chg="del">
          <ac:chgData name="Devang magare" userId="b3e4914a3cd8ec92" providerId="LiveId" clId="{E548316A-4F5B-45BC-B226-19AC766A431B}" dt="2026-01-11T17:36:14.194" v="621" actId="478"/>
          <ac:spMkLst>
            <pc:docMk/>
            <pc:sldMk cId="0" sldId="270"/>
            <ac:spMk id="11" creationId="{00000000-0000-0000-0000-000000000000}"/>
          </ac:spMkLst>
        </pc:spChg>
        <pc:spChg chg="mod">
          <ac:chgData name="Devang magare" userId="b3e4914a3cd8ec92" providerId="LiveId" clId="{E548316A-4F5B-45BC-B226-19AC766A431B}" dt="2026-01-11T17:36:07.245" v="618" actId="14100"/>
          <ac:spMkLst>
            <pc:docMk/>
            <pc:sldMk cId="0" sldId="270"/>
            <ac:spMk id="12" creationId="{00000000-0000-0000-0000-000000000000}"/>
          </ac:spMkLst>
        </pc:spChg>
        <pc:spChg chg="mod">
          <ac:chgData name="Devang magare" userId="b3e4914a3cd8ec92" providerId="LiveId" clId="{E548316A-4F5B-45BC-B226-19AC766A431B}" dt="2026-01-11T17:36:04.535" v="617" actId="14100"/>
          <ac:spMkLst>
            <pc:docMk/>
            <pc:sldMk cId="0" sldId="270"/>
            <ac:spMk id="13" creationId="{00000000-0000-0000-0000-000000000000}"/>
          </ac:spMkLst>
        </pc:spChg>
        <pc:spChg chg="add mod ord">
          <ac:chgData name="Devang magare" userId="b3e4914a3cd8ec92" providerId="LiveId" clId="{E548316A-4F5B-45BC-B226-19AC766A431B}" dt="2026-01-11T17:34:51.355" v="601" actId="1076"/>
          <ac:spMkLst>
            <pc:docMk/>
            <pc:sldMk cId="0" sldId="270"/>
            <ac:spMk id="16" creationId="{C24EF8C3-6CF6-709A-F310-0928F762AEEA}"/>
          </ac:spMkLst>
        </pc:spChg>
        <pc:picChg chg="mod">
          <ac:chgData name="Devang magare" userId="b3e4914a3cd8ec92" providerId="LiveId" clId="{E548316A-4F5B-45BC-B226-19AC766A431B}" dt="2026-01-11T17:35:54.405" v="614" actId="14100"/>
          <ac:picMkLst>
            <pc:docMk/>
            <pc:sldMk cId="0" sldId="270"/>
            <ac:picMk id="9" creationId="{00000000-0000-0000-0000-000000000000}"/>
          </ac:picMkLst>
        </pc:picChg>
        <pc:picChg chg="mod">
          <ac:chgData name="Devang magare" userId="b3e4914a3cd8ec92" providerId="LiveId" clId="{E548316A-4F5B-45BC-B226-19AC766A431B}" dt="2026-01-11T17:35:57.807" v="615" actId="14100"/>
          <ac:picMkLst>
            <pc:docMk/>
            <pc:sldMk cId="0" sldId="270"/>
            <ac:picMk id="14" creationId="{00000000-0000-0000-0000-000000000000}"/>
          </ac:picMkLst>
        </pc:picChg>
      </pc:sldChg>
      <pc:sldChg chg="addSp modSp mod">
        <pc:chgData name="Devang magare" userId="b3e4914a3cd8ec92" providerId="LiveId" clId="{E548316A-4F5B-45BC-B226-19AC766A431B}" dt="2026-01-11T17:39:05.952" v="666" actId="1076"/>
        <pc:sldMkLst>
          <pc:docMk/>
          <pc:sldMk cId="0" sldId="271"/>
        </pc:sldMkLst>
        <pc:spChg chg="mod">
          <ac:chgData name="Devang magare" userId="b3e4914a3cd8ec92" providerId="LiveId" clId="{E548316A-4F5B-45BC-B226-19AC766A431B}" dt="2026-01-11T17:36:53.234" v="628" actId="14100"/>
          <ac:spMkLst>
            <pc:docMk/>
            <pc:sldMk cId="0" sldId="271"/>
            <ac:spMk id="2" creationId="{00000000-0000-0000-0000-000000000000}"/>
          </ac:spMkLst>
        </pc:spChg>
        <pc:spChg chg="mod">
          <ac:chgData name="Devang magare" userId="b3e4914a3cd8ec92" providerId="LiveId" clId="{E548316A-4F5B-45BC-B226-19AC766A431B}" dt="2026-01-11T17:36:48.227" v="626" actId="14100"/>
          <ac:spMkLst>
            <pc:docMk/>
            <pc:sldMk cId="0" sldId="271"/>
            <ac:spMk id="3" creationId="{00000000-0000-0000-0000-000000000000}"/>
          </ac:spMkLst>
        </pc:spChg>
        <pc:spChg chg="mod">
          <ac:chgData name="Devang magare" userId="b3e4914a3cd8ec92" providerId="LiveId" clId="{E548316A-4F5B-45BC-B226-19AC766A431B}" dt="2026-01-11T17:37:16.068" v="634" actId="14100"/>
          <ac:spMkLst>
            <pc:docMk/>
            <pc:sldMk cId="0" sldId="271"/>
            <ac:spMk id="4" creationId="{00000000-0000-0000-0000-000000000000}"/>
          </ac:spMkLst>
        </pc:spChg>
        <pc:spChg chg="mod">
          <ac:chgData name="Devang magare" userId="b3e4914a3cd8ec92" providerId="LiveId" clId="{E548316A-4F5B-45BC-B226-19AC766A431B}" dt="2026-01-11T17:37:29.430" v="637" actId="14100"/>
          <ac:spMkLst>
            <pc:docMk/>
            <pc:sldMk cId="0" sldId="271"/>
            <ac:spMk id="5" creationId="{00000000-0000-0000-0000-000000000000}"/>
          </ac:spMkLst>
        </pc:spChg>
        <pc:spChg chg="mod">
          <ac:chgData name="Devang magare" userId="b3e4914a3cd8ec92" providerId="LiveId" clId="{E548316A-4F5B-45BC-B226-19AC766A431B}" dt="2026-01-11T17:37:53.948" v="644" actId="255"/>
          <ac:spMkLst>
            <pc:docMk/>
            <pc:sldMk cId="0" sldId="271"/>
            <ac:spMk id="6" creationId="{00000000-0000-0000-0000-000000000000}"/>
          </ac:spMkLst>
        </pc:spChg>
        <pc:spChg chg="mod">
          <ac:chgData name="Devang magare" userId="b3e4914a3cd8ec92" providerId="LiveId" clId="{E548316A-4F5B-45BC-B226-19AC766A431B}" dt="2026-01-11T17:38:06.338" v="647" actId="14100"/>
          <ac:spMkLst>
            <pc:docMk/>
            <pc:sldMk cId="0" sldId="271"/>
            <ac:spMk id="8" creationId="{00000000-0000-0000-0000-000000000000}"/>
          </ac:spMkLst>
        </pc:spChg>
        <pc:spChg chg="mod">
          <ac:chgData name="Devang magare" userId="b3e4914a3cd8ec92" providerId="LiveId" clId="{E548316A-4F5B-45BC-B226-19AC766A431B}" dt="2026-01-11T17:38:29.570" v="651" actId="14100"/>
          <ac:spMkLst>
            <pc:docMk/>
            <pc:sldMk cId="0" sldId="271"/>
            <ac:spMk id="10" creationId="{00000000-0000-0000-0000-000000000000}"/>
          </ac:spMkLst>
        </pc:spChg>
        <pc:spChg chg="mod">
          <ac:chgData name="Devang magare" userId="b3e4914a3cd8ec92" providerId="LiveId" clId="{E548316A-4F5B-45BC-B226-19AC766A431B}" dt="2026-01-11T17:38:21.051" v="650" actId="255"/>
          <ac:spMkLst>
            <pc:docMk/>
            <pc:sldMk cId="0" sldId="271"/>
            <ac:spMk id="11" creationId="{00000000-0000-0000-0000-000000000000}"/>
          </ac:spMkLst>
        </pc:spChg>
        <pc:spChg chg="add mod ord">
          <ac:chgData name="Devang magare" userId="b3e4914a3cd8ec92" providerId="LiveId" clId="{E548316A-4F5B-45BC-B226-19AC766A431B}" dt="2026-01-11T17:37:42.983" v="641" actId="167"/>
          <ac:spMkLst>
            <pc:docMk/>
            <pc:sldMk cId="0" sldId="271"/>
            <ac:spMk id="14" creationId="{049946ED-2EE6-4DB1-CD2A-48F4F9367C3E}"/>
          </ac:spMkLst>
        </pc:spChg>
        <pc:picChg chg="mod">
          <ac:chgData name="Devang magare" userId="b3e4914a3cd8ec92" providerId="LiveId" clId="{E548316A-4F5B-45BC-B226-19AC766A431B}" dt="2026-01-11T17:38:58.726" v="664" actId="14100"/>
          <ac:picMkLst>
            <pc:docMk/>
            <pc:sldMk cId="0" sldId="271"/>
            <ac:picMk id="7" creationId="{00000000-0000-0000-0000-000000000000}"/>
          </ac:picMkLst>
        </pc:picChg>
        <pc:picChg chg="mod">
          <ac:chgData name="Devang magare" userId="b3e4914a3cd8ec92" providerId="LiveId" clId="{E548316A-4F5B-45BC-B226-19AC766A431B}" dt="2026-01-11T17:39:05.952" v="666" actId="1076"/>
          <ac:picMkLst>
            <pc:docMk/>
            <pc:sldMk cId="0" sldId="271"/>
            <ac:picMk id="12" creationId="{00000000-0000-0000-0000-000000000000}"/>
          </ac:picMkLst>
        </pc:picChg>
      </pc:sldChg>
      <pc:sldChg chg="addSp delSp modSp mod">
        <pc:chgData name="Devang magare" userId="b3e4914a3cd8ec92" providerId="LiveId" clId="{E548316A-4F5B-45BC-B226-19AC766A431B}" dt="2026-01-11T17:42:13.392" v="717" actId="14100"/>
        <pc:sldMkLst>
          <pc:docMk/>
          <pc:sldMk cId="0" sldId="272"/>
        </pc:sldMkLst>
        <pc:spChg chg="mod">
          <ac:chgData name="Devang magare" userId="b3e4914a3cd8ec92" providerId="LiveId" clId="{E548316A-4F5B-45BC-B226-19AC766A431B}" dt="2026-01-11T17:39:54.897" v="679" actId="14100"/>
          <ac:spMkLst>
            <pc:docMk/>
            <pc:sldMk cId="0" sldId="272"/>
            <ac:spMk id="2" creationId="{00000000-0000-0000-0000-000000000000}"/>
          </ac:spMkLst>
        </pc:spChg>
        <pc:spChg chg="mod">
          <ac:chgData name="Devang magare" userId="b3e4914a3cd8ec92" providerId="LiveId" clId="{E548316A-4F5B-45BC-B226-19AC766A431B}" dt="2026-01-11T17:39:44.438" v="674" actId="14100"/>
          <ac:spMkLst>
            <pc:docMk/>
            <pc:sldMk cId="0" sldId="272"/>
            <ac:spMk id="3" creationId="{00000000-0000-0000-0000-000000000000}"/>
          </ac:spMkLst>
        </pc:spChg>
        <pc:spChg chg="mod">
          <ac:chgData name="Devang magare" userId="b3e4914a3cd8ec92" providerId="LiveId" clId="{E548316A-4F5B-45BC-B226-19AC766A431B}" dt="2026-01-11T17:40:08.469" v="682" actId="14100"/>
          <ac:spMkLst>
            <pc:docMk/>
            <pc:sldMk cId="0" sldId="272"/>
            <ac:spMk id="4" creationId="{00000000-0000-0000-0000-000000000000}"/>
          </ac:spMkLst>
        </pc:spChg>
        <pc:spChg chg="mod">
          <ac:chgData name="Devang magare" userId="b3e4914a3cd8ec92" providerId="LiveId" clId="{E548316A-4F5B-45BC-B226-19AC766A431B}" dt="2026-01-11T17:40:23.710" v="687" actId="14100"/>
          <ac:spMkLst>
            <pc:docMk/>
            <pc:sldMk cId="0" sldId="272"/>
            <ac:spMk id="5" creationId="{00000000-0000-0000-0000-000000000000}"/>
          </ac:spMkLst>
        </pc:spChg>
        <pc:spChg chg="mod">
          <ac:chgData name="Devang magare" userId="b3e4914a3cd8ec92" providerId="LiveId" clId="{E548316A-4F5B-45BC-B226-19AC766A431B}" dt="2026-01-11T17:42:01.138" v="712" actId="14100"/>
          <ac:spMkLst>
            <pc:docMk/>
            <pc:sldMk cId="0" sldId="272"/>
            <ac:spMk id="6" creationId="{00000000-0000-0000-0000-000000000000}"/>
          </ac:spMkLst>
        </pc:spChg>
        <pc:spChg chg="mod">
          <ac:chgData name="Devang magare" userId="b3e4914a3cd8ec92" providerId="LiveId" clId="{E548316A-4F5B-45BC-B226-19AC766A431B}" dt="2026-01-11T17:41:47.365" v="707" actId="14100"/>
          <ac:spMkLst>
            <pc:docMk/>
            <pc:sldMk cId="0" sldId="272"/>
            <ac:spMk id="8" creationId="{00000000-0000-0000-0000-000000000000}"/>
          </ac:spMkLst>
        </pc:spChg>
        <pc:spChg chg="del">
          <ac:chgData name="Devang magare" userId="b3e4914a3cd8ec92" providerId="LiveId" clId="{E548316A-4F5B-45BC-B226-19AC766A431B}" dt="2026-01-11T17:41:49.423" v="708" actId="478"/>
          <ac:spMkLst>
            <pc:docMk/>
            <pc:sldMk cId="0" sldId="272"/>
            <ac:spMk id="9" creationId="{00000000-0000-0000-0000-000000000000}"/>
          </ac:spMkLst>
        </pc:spChg>
        <pc:spChg chg="mod">
          <ac:chgData name="Devang magare" userId="b3e4914a3cd8ec92" providerId="LiveId" clId="{E548316A-4F5B-45BC-B226-19AC766A431B}" dt="2026-01-11T17:41:43.466" v="705" actId="14100"/>
          <ac:spMkLst>
            <pc:docMk/>
            <pc:sldMk cId="0" sldId="272"/>
            <ac:spMk id="10" creationId="{00000000-0000-0000-0000-000000000000}"/>
          </ac:spMkLst>
        </pc:spChg>
        <pc:spChg chg="mod">
          <ac:chgData name="Devang magare" userId="b3e4914a3cd8ec92" providerId="LiveId" clId="{E548316A-4F5B-45BC-B226-19AC766A431B}" dt="2026-01-11T17:41:40.614" v="704" actId="14100"/>
          <ac:spMkLst>
            <pc:docMk/>
            <pc:sldMk cId="0" sldId="272"/>
            <ac:spMk id="11" creationId="{00000000-0000-0000-0000-000000000000}"/>
          </ac:spMkLst>
        </pc:spChg>
        <pc:spChg chg="del">
          <ac:chgData name="Devang magare" userId="b3e4914a3cd8ec92" providerId="LiveId" clId="{E548316A-4F5B-45BC-B226-19AC766A431B}" dt="2026-01-11T17:41:23.248" v="700" actId="478"/>
          <ac:spMkLst>
            <pc:docMk/>
            <pc:sldMk cId="0" sldId="272"/>
            <ac:spMk id="13" creationId="{00000000-0000-0000-0000-000000000000}"/>
          </ac:spMkLst>
        </pc:spChg>
        <pc:spChg chg="add mod ord">
          <ac:chgData name="Devang magare" userId="b3e4914a3cd8ec92" providerId="LiveId" clId="{E548316A-4F5B-45BC-B226-19AC766A431B}" dt="2026-01-11T17:41:57.008" v="710" actId="14100"/>
          <ac:spMkLst>
            <pc:docMk/>
            <pc:sldMk cId="0" sldId="272"/>
            <ac:spMk id="14" creationId="{64212A61-6D47-B26E-6AD6-40D694DBDCA9}"/>
          </ac:spMkLst>
        </pc:spChg>
        <pc:picChg chg="mod">
          <ac:chgData name="Devang magare" userId="b3e4914a3cd8ec92" providerId="LiveId" clId="{E548316A-4F5B-45BC-B226-19AC766A431B}" dt="2026-01-11T17:42:13.392" v="717" actId="14100"/>
          <ac:picMkLst>
            <pc:docMk/>
            <pc:sldMk cId="0" sldId="272"/>
            <ac:picMk id="7" creationId="{00000000-0000-0000-0000-000000000000}"/>
          </ac:picMkLst>
        </pc:picChg>
        <pc:picChg chg="mod">
          <ac:chgData name="Devang magare" userId="b3e4914a3cd8ec92" providerId="LiveId" clId="{E548316A-4F5B-45BC-B226-19AC766A431B}" dt="2026-01-11T17:42:10.299" v="716" actId="14100"/>
          <ac:picMkLst>
            <pc:docMk/>
            <pc:sldMk cId="0" sldId="272"/>
            <ac:picMk id="12" creationId="{00000000-0000-0000-0000-000000000000}"/>
          </ac:picMkLst>
        </pc:picChg>
      </pc:sldChg>
      <pc:sldChg chg="addSp modSp mod">
        <pc:chgData name="Devang magare" userId="b3e4914a3cd8ec92" providerId="LiveId" clId="{E548316A-4F5B-45BC-B226-19AC766A431B}" dt="2026-01-11T17:45:07.536" v="761" actId="1076"/>
        <pc:sldMkLst>
          <pc:docMk/>
          <pc:sldMk cId="0" sldId="273"/>
        </pc:sldMkLst>
        <pc:spChg chg="mod">
          <ac:chgData name="Devang magare" userId="b3e4914a3cd8ec92" providerId="LiveId" clId="{E548316A-4F5B-45BC-B226-19AC766A431B}" dt="2026-01-11T17:42:40.676" v="722" actId="14100"/>
          <ac:spMkLst>
            <pc:docMk/>
            <pc:sldMk cId="0" sldId="273"/>
            <ac:spMk id="2" creationId="{00000000-0000-0000-0000-000000000000}"/>
          </ac:spMkLst>
        </pc:spChg>
        <pc:spChg chg="mod">
          <ac:chgData name="Devang magare" userId="b3e4914a3cd8ec92" providerId="LiveId" clId="{E548316A-4F5B-45BC-B226-19AC766A431B}" dt="2026-01-11T17:42:35.733" v="720" actId="14100"/>
          <ac:spMkLst>
            <pc:docMk/>
            <pc:sldMk cId="0" sldId="273"/>
            <ac:spMk id="3" creationId="{00000000-0000-0000-0000-000000000000}"/>
          </ac:spMkLst>
        </pc:spChg>
        <pc:spChg chg="mod">
          <ac:chgData name="Devang magare" userId="b3e4914a3cd8ec92" providerId="LiveId" clId="{E548316A-4F5B-45BC-B226-19AC766A431B}" dt="2026-01-11T17:43:19.007" v="729" actId="403"/>
          <ac:spMkLst>
            <pc:docMk/>
            <pc:sldMk cId="0" sldId="273"/>
            <ac:spMk id="4" creationId="{00000000-0000-0000-0000-000000000000}"/>
          </ac:spMkLst>
        </pc:spChg>
        <pc:spChg chg="mod">
          <ac:chgData name="Devang magare" userId="b3e4914a3cd8ec92" providerId="LiveId" clId="{E548316A-4F5B-45BC-B226-19AC766A431B}" dt="2026-01-11T17:43:29.305" v="732" actId="14100"/>
          <ac:spMkLst>
            <pc:docMk/>
            <pc:sldMk cId="0" sldId="273"/>
            <ac:spMk id="5" creationId="{00000000-0000-0000-0000-000000000000}"/>
          </ac:spMkLst>
        </pc:spChg>
        <pc:spChg chg="mod">
          <ac:chgData name="Devang magare" userId="b3e4914a3cd8ec92" providerId="LiveId" clId="{E548316A-4F5B-45BC-B226-19AC766A431B}" dt="2026-01-11T17:44:01.689" v="740" actId="255"/>
          <ac:spMkLst>
            <pc:docMk/>
            <pc:sldMk cId="0" sldId="273"/>
            <ac:spMk id="6" creationId="{00000000-0000-0000-0000-000000000000}"/>
          </ac:spMkLst>
        </pc:spChg>
        <pc:spChg chg="mod">
          <ac:chgData name="Devang magare" userId="b3e4914a3cd8ec92" providerId="LiveId" clId="{E548316A-4F5B-45BC-B226-19AC766A431B}" dt="2026-01-11T17:44:19.431" v="744" actId="14100"/>
          <ac:spMkLst>
            <pc:docMk/>
            <pc:sldMk cId="0" sldId="273"/>
            <ac:spMk id="8" creationId="{00000000-0000-0000-0000-000000000000}"/>
          </ac:spMkLst>
        </pc:spChg>
        <pc:spChg chg="mod">
          <ac:chgData name="Devang magare" userId="b3e4914a3cd8ec92" providerId="LiveId" clId="{E548316A-4F5B-45BC-B226-19AC766A431B}" dt="2026-01-11T17:44:47.527" v="754" actId="14100"/>
          <ac:spMkLst>
            <pc:docMk/>
            <pc:sldMk cId="0" sldId="273"/>
            <ac:spMk id="10" creationId="{00000000-0000-0000-0000-000000000000}"/>
          </ac:spMkLst>
        </pc:spChg>
        <pc:spChg chg="mod">
          <ac:chgData name="Devang magare" userId="b3e4914a3cd8ec92" providerId="LiveId" clId="{E548316A-4F5B-45BC-B226-19AC766A431B}" dt="2026-01-11T17:44:41.694" v="752" actId="14100"/>
          <ac:spMkLst>
            <pc:docMk/>
            <pc:sldMk cId="0" sldId="273"/>
            <ac:spMk id="11" creationId="{00000000-0000-0000-0000-000000000000}"/>
          </ac:spMkLst>
        </pc:spChg>
        <pc:spChg chg="add mod ord">
          <ac:chgData name="Devang magare" userId="b3e4914a3cd8ec92" providerId="LiveId" clId="{E548316A-4F5B-45BC-B226-19AC766A431B}" dt="2026-01-11T17:44:05.012" v="741" actId="14100"/>
          <ac:spMkLst>
            <pc:docMk/>
            <pc:sldMk cId="0" sldId="273"/>
            <ac:spMk id="14" creationId="{EE9D53A2-9065-BBA9-1F54-785E4056C42B}"/>
          </ac:spMkLst>
        </pc:spChg>
        <pc:picChg chg="mod">
          <ac:chgData name="Devang magare" userId="b3e4914a3cd8ec92" providerId="LiveId" clId="{E548316A-4F5B-45BC-B226-19AC766A431B}" dt="2026-01-11T17:45:07.536" v="761" actId="1076"/>
          <ac:picMkLst>
            <pc:docMk/>
            <pc:sldMk cId="0" sldId="273"/>
            <ac:picMk id="7" creationId="{00000000-0000-0000-0000-000000000000}"/>
          </ac:picMkLst>
        </pc:picChg>
        <pc:picChg chg="mod">
          <ac:chgData name="Devang magare" userId="b3e4914a3cd8ec92" providerId="LiveId" clId="{E548316A-4F5B-45BC-B226-19AC766A431B}" dt="2026-01-11T17:45:02.999" v="759" actId="1076"/>
          <ac:picMkLst>
            <pc:docMk/>
            <pc:sldMk cId="0" sldId="273"/>
            <ac:picMk id="12" creationId="{00000000-0000-0000-0000-000000000000}"/>
          </ac:picMkLst>
        </pc:picChg>
      </pc:sldChg>
      <pc:sldChg chg="addSp delSp modSp mod">
        <pc:chgData name="Devang magare" userId="b3e4914a3cd8ec92" providerId="LiveId" clId="{E548316A-4F5B-45BC-B226-19AC766A431B}" dt="2026-01-11T17:47:41.546" v="809" actId="1076"/>
        <pc:sldMkLst>
          <pc:docMk/>
          <pc:sldMk cId="0" sldId="274"/>
        </pc:sldMkLst>
        <pc:spChg chg="mod">
          <ac:chgData name="Devang magare" userId="b3e4914a3cd8ec92" providerId="LiveId" clId="{E548316A-4F5B-45BC-B226-19AC766A431B}" dt="2026-01-11T17:45:37.350" v="766" actId="14100"/>
          <ac:spMkLst>
            <pc:docMk/>
            <pc:sldMk cId="0" sldId="274"/>
            <ac:spMk id="2" creationId="{00000000-0000-0000-0000-000000000000}"/>
          </ac:spMkLst>
        </pc:spChg>
        <pc:spChg chg="mod">
          <ac:chgData name="Devang magare" userId="b3e4914a3cd8ec92" providerId="LiveId" clId="{E548316A-4F5B-45BC-B226-19AC766A431B}" dt="2026-01-11T17:45:34.818" v="765" actId="14100"/>
          <ac:spMkLst>
            <pc:docMk/>
            <pc:sldMk cId="0" sldId="274"/>
            <ac:spMk id="3" creationId="{00000000-0000-0000-0000-000000000000}"/>
          </ac:spMkLst>
        </pc:spChg>
        <pc:spChg chg="mod">
          <ac:chgData name="Devang magare" userId="b3e4914a3cd8ec92" providerId="LiveId" clId="{E548316A-4F5B-45BC-B226-19AC766A431B}" dt="2026-01-11T17:45:48.367" v="769" actId="14100"/>
          <ac:spMkLst>
            <pc:docMk/>
            <pc:sldMk cId="0" sldId="274"/>
            <ac:spMk id="4" creationId="{00000000-0000-0000-0000-000000000000}"/>
          </ac:spMkLst>
        </pc:spChg>
        <pc:spChg chg="mod">
          <ac:chgData name="Devang magare" userId="b3e4914a3cd8ec92" providerId="LiveId" clId="{E548316A-4F5B-45BC-B226-19AC766A431B}" dt="2026-01-11T17:45:59.577" v="772" actId="14100"/>
          <ac:spMkLst>
            <pc:docMk/>
            <pc:sldMk cId="0" sldId="274"/>
            <ac:spMk id="5" creationId="{00000000-0000-0000-0000-000000000000}"/>
          </ac:spMkLst>
        </pc:spChg>
        <pc:spChg chg="mod">
          <ac:chgData name="Devang magare" userId="b3e4914a3cd8ec92" providerId="LiveId" clId="{E548316A-4F5B-45BC-B226-19AC766A431B}" dt="2026-01-11T17:46:20.768" v="778" actId="255"/>
          <ac:spMkLst>
            <pc:docMk/>
            <pc:sldMk cId="0" sldId="274"/>
            <ac:spMk id="6" creationId="{00000000-0000-0000-0000-000000000000}"/>
          </ac:spMkLst>
        </pc:spChg>
        <pc:spChg chg="mod">
          <ac:chgData name="Devang magare" userId="b3e4914a3cd8ec92" providerId="LiveId" clId="{E548316A-4F5B-45BC-B226-19AC766A431B}" dt="2026-01-11T17:46:38.077" v="782" actId="14100"/>
          <ac:spMkLst>
            <pc:docMk/>
            <pc:sldMk cId="0" sldId="274"/>
            <ac:spMk id="8" creationId="{00000000-0000-0000-0000-000000000000}"/>
          </ac:spMkLst>
        </pc:spChg>
        <pc:spChg chg="del">
          <ac:chgData name="Devang magare" userId="b3e4914a3cd8ec92" providerId="LiveId" clId="{E548316A-4F5B-45BC-B226-19AC766A431B}" dt="2026-01-11T17:46:51.471" v="788" actId="478"/>
          <ac:spMkLst>
            <pc:docMk/>
            <pc:sldMk cId="0" sldId="274"/>
            <ac:spMk id="9" creationId="{00000000-0000-0000-0000-000000000000}"/>
          </ac:spMkLst>
        </pc:spChg>
        <pc:spChg chg="mod">
          <ac:chgData name="Devang magare" userId="b3e4914a3cd8ec92" providerId="LiveId" clId="{E548316A-4F5B-45BC-B226-19AC766A431B}" dt="2026-01-11T17:47:16.439" v="796" actId="14100"/>
          <ac:spMkLst>
            <pc:docMk/>
            <pc:sldMk cId="0" sldId="274"/>
            <ac:spMk id="10" creationId="{00000000-0000-0000-0000-000000000000}"/>
          </ac:spMkLst>
        </pc:spChg>
        <pc:spChg chg="mod">
          <ac:chgData name="Devang magare" userId="b3e4914a3cd8ec92" providerId="LiveId" clId="{E548316A-4F5B-45BC-B226-19AC766A431B}" dt="2026-01-11T17:47:13.293" v="795" actId="14100"/>
          <ac:spMkLst>
            <pc:docMk/>
            <pc:sldMk cId="0" sldId="274"/>
            <ac:spMk id="11" creationId="{00000000-0000-0000-0000-000000000000}"/>
          </ac:spMkLst>
        </pc:spChg>
        <pc:spChg chg="add mod ord">
          <ac:chgData name="Devang magare" userId="b3e4914a3cd8ec92" providerId="LiveId" clId="{E548316A-4F5B-45BC-B226-19AC766A431B}" dt="2026-01-11T17:46:12.988" v="776" actId="167"/>
          <ac:spMkLst>
            <pc:docMk/>
            <pc:sldMk cId="0" sldId="274"/>
            <ac:spMk id="14" creationId="{A0264936-7A32-6E68-17A3-B789EED8B1E1}"/>
          </ac:spMkLst>
        </pc:spChg>
        <pc:picChg chg="mod">
          <ac:chgData name="Devang magare" userId="b3e4914a3cd8ec92" providerId="LiveId" clId="{E548316A-4F5B-45BC-B226-19AC766A431B}" dt="2026-01-11T17:47:41.546" v="809" actId="1076"/>
          <ac:picMkLst>
            <pc:docMk/>
            <pc:sldMk cId="0" sldId="274"/>
            <ac:picMk id="7" creationId="{00000000-0000-0000-0000-000000000000}"/>
          </ac:picMkLst>
        </pc:picChg>
        <pc:picChg chg="mod">
          <ac:chgData name="Devang magare" userId="b3e4914a3cd8ec92" providerId="LiveId" clId="{E548316A-4F5B-45BC-B226-19AC766A431B}" dt="2026-01-11T17:47:36.073" v="806" actId="14100"/>
          <ac:picMkLst>
            <pc:docMk/>
            <pc:sldMk cId="0" sldId="274"/>
            <ac:picMk id="12" creationId="{00000000-0000-0000-0000-000000000000}"/>
          </ac:picMkLst>
        </pc:picChg>
      </pc:sldChg>
      <pc:sldChg chg="modSp mod">
        <pc:chgData name="Devang magare" userId="b3e4914a3cd8ec92" providerId="LiveId" clId="{E548316A-4F5B-45BC-B226-19AC766A431B}" dt="2026-01-11T17:48:50.485" v="815" actId="14100"/>
        <pc:sldMkLst>
          <pc:docMk/>
          <pc:sldMk cId="0" sldId="276"/>
        </pc:sldMkLst>
        <pc:spChg chg="mod">
          <ac:chgData name="Devang magare" userId="b3e4914a3cd8ec92" providerId="LiveId" clId="{E548316A-4F5B-45BC-B226-19AC766A431B}" dt="2026-01-11T17:48:50.485" v="815" actId="14100"/>
          <ac:spMkLst>
            <pc:docMk/>
            <pc:sldMk cId="0" sldId="276"/>
            <ac:spMk id="2" creationId="{00000000-0000-0000-0000-000000000000}"/>
          </ac:spMkLst>
        </pc:spChg>
      </pc:sldChg>
      <pc:sldMasterChg chg="modSldLayout">
        <pc:chgData name="Devang magare" userId="b3e4914a3cd8ec92" providerId="LiveId" clId="{E548316A-4F5B-45BC-B226-19AC766A431B}" dt="2026-01-11T16:54:06.256" v="253" actId="478"/>
        <pc:sldMasterMkLst>
          <pc:docMk/>
          <pc:sldMasterMk cId="0" sldId="2147483648"/>
        </pc:sldMasterMkLst>
        <pc:sldLayoutChg chg="delSp mod">
          <pc:chgData name="Devang magare" userId="b3e4914a3cd8ec92" providerId="LiveId" clId="{E548316A-4F5B-45BC-B226-19AC766A431B}" dt="2026-01-11T16:52:37.628" v="233" actId="478"/>
          <pc:sldLayoutMkLst>
            <pc:docMk/>
            <pc:sldMasterMk cId="0" sldId="2147483648"/>
            <pc:sldLayoutMk cId="0" sldId="2147483650"/>
          </pc:sldLayoutMkLst>
          <pc:picChg chg="del">
            <ac:chgData name="Devang magare" userId="b3e4914a3cd8ec92" providerId="LiveId" clId="{E548316A-4F5B-45BC-B226-19AC766A431B}" dt="2026-01-11T16:52:37.628" v="233" actId="478"/>
            <ac:picMkLst>
              <pc:docMk/>
              <pc:sldMasterMk cId="0" sldId="2147483648"/>
              <pc:sldLayoutMk cId="0" sldId="2147483650"/>
              <ac:picMk id="4" creationId="{00000000-0000-0000-0000-000000000000}"/>
            </ac:picMkLst>
          </pc:picChg>
        </pc:sldLayoutChg>
        <pc:sldLayoutChg chg="delSp mod">
          <pc:chgData name="Devang magare" userId="b3e4914a3cd8ec92" providerId="LiveId" clId="{E548316A-4F5B-45BC-B226-19AC766A431B}" dt="2026-01-11T16:52:40.145" v="234" actId="478"/>
          <pc:sldLayoutMkLst>
            <pc:docMk/>
            <pc:sldMasterMk cId="0" sldId="2147483648"/>
            <pc:sldLayoutMk cId="0" sldId="2147483651"/>
          </pc:sldLayoutMkLst>
          <pc:picChg chg="del">
            <ac:chgData name="Devang magare" userId="b3e4914a3cd8ec92" providerId="LiveId" clId="{E548316A-4F5B-45BC-B226-19AC766A431B}" dt="2026-01-11T16:52:40.145" v="234" actId="478"/>
            <ac:picMkLst>
              <pc:docMk/>
              <pc:sldMasterMk cId="0" sldId="2147483648"/>
              <pc:sldLayoutMk cId="0" sldId="2147483651"/>
              <ac:picMk id="4" creationId="{00000000-0000-0000-0000-000000000000}"/>
            </ac:picMkLst>
          </pc:picChg>
        </pc:sldLayoutChg>
        <pc:sldLayoutChg chg="delSp mod">
          <pc:chgData name="Devang magare" userId="b3e4914a3cd8ec92" providerId="LiveId" clId="{E548316A-4F5B-45BC-B226-19AC766A431B}" dt="2026-01-11T16:52:44.029" v="235" actId="478"/>
          <pc:sldLayoutMkLst>
            <pc:docMk/>
            <pc:sldMasterMk cId="0" sldId="2147483648"/>
            <pc:sldLayoutMk cId="0" sldId="2147483652"/>
          </pc:sldLayoutMkLst>
          <pc:picChg chg="del">
            <ac:chgData name="Devang magare" userId="b3e4914a3cd8ec92" providerId="LiveId" clId="{E548316A-4F5B-45BC-B226-19AC766A431B}" dt="2026-01-11T16:52:44.029" v="235" actId="478"/>
            <ac:picMkLst>
              <pc:docMk/>
              <pc:sldMasterMk cId="0" sldId="2147483648"/>
              <pc:sldLayoutMk cId="0" sldId="2147483652"/>
              <ac:picMk id="4" creationId="{00000000-0000-0000-0000-000000000000}"/>
            </ac:picMkLst>
          </pc:picChg>
        </pc:sldLayoutChg>
        <pc:sldLayoutChg chg="delSp mod">
          <pc:chgData name="Devang magare" userId="b3e4914a3cd8ec92" providerId="LiveId" clId="{E548316A-4F5B-45BC-B226-19AC766A431B}" dt="2026-01-11T16:52:47.494" v="236" actId="478"/>
          <pc:sldLayoutMkLst>
            <pc:docMk/>
            <pc:sldMasterMk cId="0" sldId="2147483648"/>
            <pc:sldLayoutMk cId="0" sldId="2147483653"/>
          </pc:sldLayoutMkLst>
          <pc:picChg chg="del">
            <ac:chgData name="Devang magare" userId="b3e4914a3cd8ec92" providerId="LiveId" clId="{E548316A-4F5B-45BC-B226-19AC766A431B}" dt="2026-01-11T16:52:47.494" v="236" actId="478"/>
            <ac:picMkLst>
              <pc:docMk/>
              <pc:sldMasterMk cId="0" sldId="2147483648"/>
              <pc:sldLayoutMk cId="0" sldId="2147483653"/>
              <ac:picMk id="4" creationId="{00000000-0000-0000-0000-000000000000}"/>
            </ac:picMkLst>
          </pc:picChg>
        </pc:sldLayoutChg>
        <pc:sldLayoutChg chg="delSp mod">
          <pc:chgData name="Devang magare" userId="b3e4914a3cd8ec92" providerId="LiveId" clId="{E548316A-4F5B-45BC-B226-19AC766A431B}" dt="2026-01-11T16:52:50.616" v="237" actId="478"/>
          <pc:sldLayoutMkLst>
            <pc:docMk/>
            <pc:sldMasterMk cId="0" sldId="2147483648"/>
            <pc:sldLayoutMk cId="0" sldId="2147483654"/>
          </pc:sldLayoutMkLst>
          <pc:picChg chg="del">
            <ac:chgData name="Devang magare" userId="b3e4914a3cd8ec92" providerId="LiveId" clId="{E548316A-4F5B-45BC-B226-19AC766A431B}" dt="2026-01-11T16:52:50.616" v="237" actId="478"/>
            <ac:picMkLst>
              <pc:docMk/>
              <pc:sldMasterMk cId="0" sldId="2147483648"/>
              <pc:sldLayoutMk cId="0" sldId="2147483654"/>
              <ac:picMk id="4" creationId="{00000000-0000-0000-0000-000000000000}"/>
            </ac:picMkLst>
          </pc:picChg>
        </pc:sldLayoutChg>
        <pc:sldLayoutChg chg="delSp mod">
          <pc:chgData name="Devang magare" userId="b3e4914a3cd8ec92" providerId="LiveId" clId="{E548316A-4F5B-45BC-B226-19AC766A431B}" dt="2026-01-11T16:52:53.312" v="238" actId="478"/>
          <pc:sldLayoutMkLst>
            <pc:docMk/>
            <pc:sldMasterMk cId="0" sldId="2147483648"/>
            <pc:sldLayoutMk cId="0" sldId="2147483655"/>
          </pc:sldLayoutMkLst>
          <pc:picChg chg="del">
            <ac:chgData name="Devang magare" userId="b3e4914a3cd8ec92" providerId="LiveId" clId="{E548316A-4F5B-45BC-B226-19AC766A431B}" dt="2026-01-11T16:52:53.312" v="238" actId="478"/>
            <ac:picMkLst>
              <pc:docMk/>
              <pc:sldMasterMk cId="0" sldId="2147483648"/>
              <pc:sldLayoutMk cId="0" sldId="2147483655"/>
              <ac:picMk id="4" creationId="{00000000-0000-0000-0000-000000000000}"/>
            </ac:picMkLst>
          </pc:picChg>
        </pc:sldLayoutChg>
        <pc:sldLayoutChg chg="delSp mod">
          <pc:chgData name="Devang magare" userId="b3e4914a3cd8ec92" providerId="LiveId" clId="{E548316A-4F5B-45BC-B226-19AC766A431B}" dt="2026-01-11T16:52:56.352" v="239" actId="478"/>
          <pc:sldLayoutMkLst>
            <pc:docMk/>
            <pc:sldMasterMk cId="0" sldId="2147483648"/>
            <pc:sldLayoutMk cId="0" sldId="2147483656"/>
          </pc:sldLayoutMkLst>
          <pc:picChg chg="del">
            <ac:chgData name="Devang magare" userId="b3e4914a3cd8ec92" providerId="LiveId" clId="{E548316A-4F5B-45BC-B226-19AC766A431B}" dt="2026-01-11T16:52:56.352" v="239" actId="478"/>
            <ac:picMkLst>
              <pc:docMk/>
              <pc:sldMasterMk cId="0" sldId="2147483648"/>
              <pc:sldLayoutMk cId="0" sldId="2147483656"/>
              <ac:picMk id="4" creationId="{00000000-0000-0000-0000-000000000000}"/>
            </ac:picMkLst>
          </pc:picChg>
        </pc:sldLayoutChg>
        <pc:sldLayoutChg chg="delSp mod">
          <pc:chgData name="Devang magare" userId="b3e4914a3cd8ec92" providerId="LiveId" clId="{E548316A-4F5B-45BC-B226-19AC766A431B}" dt="2026-01-11T16:52:58.700" v="240" actId="478"/>
          <pc:sldLayoutMkLst>
            <pc:docMk/>
            <pc:sldMasterMk cId="0" sldId="2147483648"/>
            <pc:sldLayoutMk cId="0" sldId="2147483657"/>
          </pc:sldLayoutMkLst>
          <pc:picChg chg="del">
            <ac:chgData name="Devang magare" userId="b3e4914a3cd8ec92" providerId="LiveId" clId="{E548316A-4F5B-45BC-B226-19AC766A431B}" dt="2026-01-11T16:52:58.700" v="240" actId="478"/>
            <ac:picMkLst>
              <pc:docMk/>
              <pc:sldMasterMk cId="0" sldId="2147483648"/>
              <pc:sldLayoutMk cId="0" sldId="2147483657"/>
              <ac:picMk id="4" creationId="{00000000-0000-0000-0000-000000000000}"/>
            </ac:picMkLst>
          </pc:picChg>
        </pc:sldLayoutChg>
        <pc:sldLayoutChg chg="delSp mod">
          <pc:chgData name="Devang magare" userId="b3e4914a3cd8ec92" providerId="LiveId" clId="{E548316A-4F5B-45BC-B226-19AC766A431B}" dt="2026-01-11T16:53:02.412" v="241" actId="478"/>
          <pc:sldLayoutMkLst>
            <pc:docMk/>
            <pc:sldMasterMk cId="0" sldId="2147483648"/>
            <pc:sldLayoutMk cId="0" sldId="2147483658"/>
          </pc:sldLayoutMkLst>
          <pc:picChg chg="del">
            <ac:chgData name="Devang magare" userId="b3e4914a3cd8ec92" providerId="LiveId" clId="{E548316A-4F5B-45BC-B226-19AC766A431B}" dt="2026-01-11T16:53:02.412" v="241" actId="478"/>
            <ac:picMkLst>
              <pc:docMk/>
              <pc:sldMasterMk cId="0" sldId="2147483648"/>
              <pc:sldLayoutMk cId="0" sldId="2147483658"/>
              <ac:picMk id="4" creationId="{00000000-0000-0000-0000-000000000000}"/>
            </ac:picMkLst>
          </pc:picChg>
        </pc:sldLayoutChg>
        <pc:sldLayoutChg chg="delSp mod">
          <pc:chgData name="Devang magare" userId="b3e4914a3cd8ec92" providerId="LiveId" clId="{E548316A-4F5B-45BC-B226-19AC766A431B}" dt="2026-01-11T16:53:53.451" v="252" actId="478"/>
          <pc:sldLayoutMkLst>
            <pc:docMk/>
            <pc:sldMasterMk cId="0" sldId="2147483648"/>
            <pc:sldLayoutMk cId="0" sldId="2147483659"/>
          </pc:sldLayoutMkLst>
          <pc:picChg chg="del">
            <ac:chgData name="Devang magare" userId="b3e4914a3cd8ec92" providerId="LiveId" clId="{E548316A-4F5B-45BC-B226-19AC766A431B}" dt="2026-01-11T16:53:53.451" v="252" actId="478"/>
            <ac:picMkLst>
              <pc:docMk/>
              <pc:sldMasterMk cId="0" sldId="2147483648"/>
              <pc:sldLayoutMk cId="0" sldId="2147483659"/>
              <ac:picMk id="4" creationId="{00000000-0000-0000-0000-000000000000}"/>
            </ac:picMkLst>
          </pc:picChg>
        </pc:sldLayoutChg>
        <pc:sldLayoutChg chg="delSp mod">
          <pc:chgData name="Devang magare" userId="b3e4914a3cd8ec92" providerId="LiveId" clId="{E548316A-4F5B-45BC-B226-19AC766A431B}" dt="2026-01-11T16:54:06.256" v="253" actId="478"/>
          <pc:sldLayoutMkLst>
            <pc:docMk/>
            <pc:sldMasterMk cId="0" sldId="2147483648"/>
            <pc:sldLayoutMk cId="0" sldId="2147483660"/>
          </pc:sldLayoutMkLst>
          <pc:picChg chg="del">
            <ac:chgData name="Devang magare" userId="b3e4914a3cd8ec92" providerId="LiveId" clId="{E548316A-4F5B-45BC-B226-19AC766A431B}" dt="2026-01-11T16:54:06.256" v="253" actId="478"/>
            <ac:picMkLst>
              <pc:docMk/>
              <pc:sldMasterMk cId="0" sldId="2147483648"/>
              <pc:sldLayoutMk cId="0" sldId="2147483660"/>
              <ac:picMk id="4" creationId="{00000000-0000-0000-0000-000000000000}"/>
            </ac:picMkLst>
          </pc:picChg>
        </pc:sldLayoutChg>
        <pc:sldLayoutChg chg="delSp mod">
          <pc:chgData name="Devang magare" userId="b3e4914a3cd8ec92" providerId="LiveId" clId="{E548316A-4F5B-45BC-B226-19AC766A431B}" dt="2026-01-11T16:53:06.304" v="242" actId="478"/>
          <pc:sldLayoutMkLst>
            <pc:docMk/>
            <pc:sldMasterMk cId="0" sldId="2147483648"/>
            <pc:sldLayoutMk cId="0" sldId="2147483661"/>
          </pc:sldLayoutMkLst>
          <pc:picChg chg="del">
            <ac:chgData name="Devang magare" userId="b3e4914a3cd8ec92" providerId="LiveId" clId="{E548316A-4F5B-45BC-B226-19AC766A431B}" dt="2026-01-11T16:53:06.304" v="242" actId="478"/>
            <ac:picMkLst>
              <pc:docMk/>
              <pc:sldMasterMk cId="0" sldId="2147483648"/>
              <pc:sldLayoutMk cId="0" sldId="2147483661"/>
              <ac:picMk id="4" creationId="{00000000-0000-0000-0000-000000000000}"/>
            </ac:picMkLst>
          </pc:picChg>
        </pc:sldLayoutChg>
        <pc:sldLayoutChg chg="delSp mod">
          <pc:chgData name="Devang magare" userId="b3e4914a3cd8ec92" providerId="LiveId" clId="{E548316A-4F5B-45BC-B226-19AC766A431B}" dt="2026-01-11T16:53:09.088" v="243" actId="478"/>
          <pc:sldLayoutMkLst>
            <pc:docMk/>
            <pc:sldMasterMk cId="0" sldId="2147483648"/>
            <pc:sldLayoutMk cId="0" sldId="2147483662"/>
          </pc:sldLayoutMkLst>
          <pc:picChg chg="del">
            <ac:chgData name="Devang magare" userId="b3e4914a3cd8ec92" providerId="LiveId" clId="{E548316A-4F5B-45BC-B226-19AC766A431B}" dt="2026-01-11T16:53:09.088" v="243" actId="478"/>
            <ac:picMkLst>
              <pc:docMk/>
              <pc:sldMasterMk cId="0" sldId="2147483648"/>
              <pc:sldLayoutMk cId="0" sldId="2147483662"/>
              <ac:picMk id="4" creationId="{00000000-0000-0000-0000-000000000000}"/>
            </ac:picMkLst>
          </pc:picChg>
        </pc:sldLayoutChg>
        <pc:sldLayoutChg chg="delSp mod">
          <pc:chgData name="Devang magare" userId="b3e4914a3cd8ec92" providerId="LiveId" clId="{E548316A-4F5B-45BC-B226-19AC766A431B}" dt="2026-01-11T16:53:12.283" v="244" actId="478"/>
          <pc:sldLayoutMkLst>
            <pc:docMk/>
            <pc:sldMasterMk cId="0" sldId="2147483648"/>
            <pc:sldLayoutMk cId="0" sldId="2147483663"/>
          </pc:sldLayoutMkLst>
          <pc:picChg chg="del">
            <ac:chgData name="Devang magare" userId="b3e4914a3cd8ec92" providerId="LiveId" clId="{E548316A-4F5B-45BC-B226-19AC766A431B}" dt="2026-01-11T16:53:12.283" v="244" actId="478"/>
            <ac:picMkLst>
              <pc:docMk/>
              <pc:sldMasterMk cId="0" sldId="2147483648"/>
              <pc:sldLayoutMk cId="0" sldId="2147483663"/>
              <ac:picMk id="4" creationId="{00000000-0000-0000-0000-000000000000}"/>
            </ac:picMkLst>
          </pc:picChg>
        </pc:sldLayoutChg>
        <pc:sldLayoutChg chg="delSp mod">
          <pc:chgData name="Devang magare" userId="b3e4914a3cd8ec92" providerId="LiveId" clId="{E548316A-4F5B-45BC-B226-19AC766A431B}" dt="2026-01-11T16:53:15.134" v="245" actId="478"/>
          <pc:sldLayoutMkLst>
            <pc:docMk/>
            <pc:sldMasterMk cId="0" sldId="2147483648"/>
            <pc:sldLayoutMk cId="0" sldId="2147483664"/>
          </pc:sldLayoutMkLst>
          <pc:picChg chg="del">
            <ac:chgData name="Devang magare" userId="b3e4914a3cd8ec92" providerId="LiveId" clId="{E548316A-4F5B-45BC-B226-19AC766A431B}" dt="2026-01-11T16:53:15.134" v="245" actId="478"/>
            <ac:picMkLst>
              <pc:docMk/>
              <pc:sldMasterMk cId="0" sldId="2147483648"/>
              <pc:sldLayoutMk cId="0" sldId="2147483664"/>
              <ac:picMk id="4" creationId="{00000000-0000-0000-0000-000000000000}"/>
            </ac:picMkLst>
          </pc:picChg>
        </pc:sldLayoutChg>
        <pc:sldLayoutChg chg="delSp mod">
          <pc:chgData name="Devang magare" userId="b3e4914a3cd8ec92" providerId="LiveId" clId="{E548316A-4F5B-45BC-B226-19AC766A431B}" dt="2026-01-11T16:53:17.906" v="246" actId="478"/>
          <pc:sldLayoutMkLst>
            <pc:docMk/>
            <pc:sldMasterMk cId="0" sldId="2147483648"/>
            <pc:sldLayoutMk cId="0" sldId="2147483665"/>
          </pc:sldLayoutMkLst>
          <pc:picChg chg="del">
            <ac:chgData name="Devang magare" userId="b3e4914a3cd8ec92" providerId="LiveId" clId="{E548316A-4F5B-45BC-B226-19AC766A431B}" dt="2026-01-11T16:53:17.906" v="246" actId="478"/>
            <ac:picMkLst>
              <pc:docMk/>
              <pc:sldMasterMk cId="0" sldId="2147483648"/>
              <pc:sldLayoutMk cId="0" sldId="2147483665"/>
              <ac:picMk id="4" creationId="{00000000-0000-0000-0000-000000000000}"/>
            </ac:picMkLst>
          </pc:picChg>
        </pc:sldLayoutChg>
        <pc:sldLayoutChg chg="delSp mod">
          <pc:chgData name="Devang magare" userId="b3e4914a3cd8ec92" providerId="LiveId" clId="{E548316A-4F5B-45BC-B226-19AC766A431B}" dt="2026-01-11T16:53:20.717" v="247" actId="478"/>
          <pc:sldLayoutMkLst>
            <pc:docMk/>
            <pc:sldMasterMk cId="0" sldId="2147483648"/>
            <pc:sldLayoutMk cId="0" sldId="2147483666"/>
          </pc:sldLayoutMkLst>
          <pc:picChg chg="del">
            <ac:chgData name="Devang magare" userId="b3e4914a3cd8ec92" providerId="LiveId" clId="{E548316A-4F5B-45BC-B226-19AC766A431B}" dt="2026-01-11T16:53:20.717" v="247" actId="478"/>
            <ac:picMkLst>
              <pc:docMk/>
              <pc:sldMasterMk cId="0" sldId="2147483648"/>
              <pc:sldLayoutMk cId="0" sldId="2147483666"/>
              <ac:picMk id="4" creationId="{00000000-0000-0000-0000-000000000000}"/>
            </ac:picMkLst>
          </pc:picChg>
        </pc:sldLayoutChg>
        <pc:sldLayoutChg chg="delSp mod">
          <pc:chgData name="Devang magare" userId="b3e4914a3cd8ec92" providerId="LiveId" clId="{E548316A-4F5B-45BC-B226-19AC766A431B}" dt="2026-01-11T16:53:23.164" v="248" actId="478"/>
          <pc:sldLayoutMkLst>
            <pc:docMk/>
            <pc:sldMasterMk cId="0" sldId="2147483648"/>
            <pc:sldLayoutMk cId="0" sldId="2147483667"/>
          </pc:sldLayoutMkLst>
          <pc:picChg chg="del">
            <ac:chgData name="Devang magare" userId="b3e4914a3cd8ec92" providerId="LiveId" clId="{E548316A-4F5B-45BC-B226-19AC766A431B}" dt="2026-01-11T16:53:23.164" v="248" actId="478"/>
            <ac:picMkLst>
              <pc:docMk/>
              <pc:sldMasterMk cId="0" sldId="2147483648"/>
              <pc:sldLayoutMk cId="0" sldId="2147483667"/>
              <ac:picMk id="4" creationId="{00000000-0000-0000-0000-000000000000}"/>
            </ac:picMkLst>
          </pc:picChg>
        </pc:sldLayoutChg>
        <pc:sldLayoutChg chg="delSp mod">
          <pc:chgData name="Devang magare" userId="b3e4914a3cd8ec92" providerId="LiveId" clId="{E548316A-4F5B-45BC-B226-19AC766A431B}" dt="2026-01-11T16:53:28.094" v="249" actId="478"/>
          <pc:sldLayoutMkLst>
            <pc:docMk/>
            <pc:sldMasterMk cId="0" sldId="2147483648"/>
            <pc:sldLayoutMk cId="0" sldId="2147483668"/>
          </pc:sldLayoutMkLst>
          <pc:picChg chg="del">
            <ac:chgData name="Devang magare" userId="b3e4914a3cd8ec92" providerId="LiveId" clId="{E548316A-4F5B-45BC-B226-19AC766A431B}" dt="2026-01-11T16:53:28.094" v="249" actId="478"/>
            <ac:picMkLst>
              <pc:docMk/>
              <pc:sldMasterMk cId="0" sldId="2147483648"/>
              <pc:sldLayoutMk cId="0" sldId="2147483668"/>
              <ac:picMk id="4" creationId="{00000000-0000-0000-0000-000000000000}"/>
            </ac:picMkLst>
          </pc:picChg>
        </pc:sldLayoutChg>
        <pc:sldLayoutChg chg="delSp mod">
          <pc:chgData name="Devang magare" userId="b3e4914a3cd8ec92" providerId="LiveId" clId="{E548316A-4F5B-45BC-B226-19AC766A431B}" dt="2026-01-11T16:53:31.076" v="250" actId="478"/>
          <pc:sldLayoutMkLst>
            <pc:docMk/>
            <pc:sldMasterMk cId="0" sldId="2147483648"/>
            <pc:sldLayoutMk cId="0" sldId="2147483669"/>
          </pc:sldLayoutMkLst>
          <pc:picChg chg="del">
            <ac:chgData name="Devang magare" userId="b3e4914a3cd8ec92" providerId="LiveId" clId="{E548316A-4F5B-45BC-B226-19AC766A431B}" dt="2026-01-11T16:53:31.076" v="250" actId="478"/>
            <ac:picMkLst>
              <pc:docMk/>
              <pc:sldMasterMk cId="0" sldId="2147483648"/>
              <pc:sldLayoutMk cId="0" sldId="2147483669"/>
              <ac:picMk id="4" creationId="{00000000-0000-0000-0000-000000000000}"/>
            </ac:picMkLst>
          </pc:picChg>
        </pc:sldLayoutChg>
        <pc:sldLayoutChg chg="delSp mod">
          <pc:chgData name="Devang magare" userId="b3e4914a3cd8ec92" providerId="LiveId" clId="{E548316A-4F5B-45BC-B226-19AC766A431B}" dt="2026-01-11T16:53:34.175" v="251" actId="478"/>
          <pc:sldLayoutMkLst>
            <pc:docMk/>
            <pc:sldMasterMk cId="0" sldId="2147483648"/>
            <pc:sldLayoutMk cId="0" sldId="2147483670"/>
          </pc:sldLayoutMkLst>
          <pc:picChg chg="del">
            <ac:chgData name="Devang magare" userId="b3e4914a3cd8ec92" providerId="LiveId" clId="{E548316A-4F5B-45BC-B226-19AC766A431B}" dt="2026-01-11T16:53:34.175" v="251" actId="478"/>
            <ac:picMkLst>
              <pc:docMk/>
              <pc:sldMasterMk cId="0" sldId="2147483648"/>
              <pc:sldLayoutMk cId="0" sldId="2147483670"/>
              <ac:picMk id="4"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664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hyperlink" Target="https://www.linkedin.com/in/devang-magare-7b266b258/" TargetMode="External"/><Relationship Id="rId2" Type="http://schemas.openxmlformats.org/officeDocument/2006/relationships/notesSlide" Target="../notesSlides/notesSlide21.xml"/><Relationship Id="rId1" Type="http://schemas.openxmlformats.org/officeDocument/2006/relationships/slideLayout" Target="../slideLayouts/slideLayout22.xml"/><Relationship Id="rId4" Type="http://schemas.openxmlformats.org/officeDocument/2006/relationships/hyperlink" Target="https://github.com/DevangMagare?tab=repositor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735336"/>
            <a:ext cx="7468553" cy="1408033"/>
          </a:xfrm>
          <a:prstGeom prst="rect">
            <a:avLst/>
          </a:prstGeom>
          <a:noFill/>
          <a:ln/>
        </p:spPr>
        <p:txBody>
          <a:bodyPr wrap="squar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Navigating the Future of Online Shopping</a:t>
            </a:r>
            <a:endParaRPr lang="en-US" sz="4400" dirty="0"/>
          </a:p>
        </p:txBody>
      </p:sp>
      <p:sp>
        <p:nvSpPr>
          <p:cNvPr id="4" name="Text 1"/>
          <p:cNvSpPr/>
          <p:nvPr/>
        </p:nvSpPr>
        <p:spPr>
          <a:xfrm>
            <a:off x="6324124" y="3502343"/>
            <a:ext cx="7468553"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5" name="Text 2"/>
          <p:cNvSpPr/>
          <p:nvPr/>
        </p:nvSpPr>
        <p:spPr>
          <a:xfrm>
            <a:off x="6324124" y="4154567"/>
            <a:ext cx="7468553"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6" name="Text 3"/>
          <p:cNvSpPr/>
          <p:nvPr/>
        </p:nvSpPr>
        <p:spPr>
          <a:xfrm>
            <a:off x="6324124" y="4806791"/>
            <a:ext cx="7468553"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7" name="Text 4"/>
          <p:cNvSpPr/>
          <p:nvPr/>
        </p:nvSpPr>
        <p:spPr>
          <a:xfrm>
            <a:off x="6324124" y="5459016"/>
            <a:ext cx="7468553"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8" name="Text 5"/>
          <p:cNvSpPr/>
          <p:nvPr/>
        </p:nvSpPr>
        <p:spPr>
          <a:xfrm>
            <a:off x="6324124" y="6111240"/>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Made By - Devang Magare</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058823"/>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Project Overview</a:t>
            </a:r>
            <a:endParaRPr lang="en-US" sz="4400" dirty="0"/>
          </a:p>
        </p:txBody>
      </p:sp>
      <p:pic>
        <p:nvPicPr>
          <p:cNvPr id="3" name="Image 0" descr="preencoded.png"/>
          <p:cNvPicPr>
            <a:picLocks noChangeAspect="1"/>
          </p:cNvPicPr>
          <p:nvPr/>
        </p:nvPicPr>
        <p:blipFill>
          <a:blip r:embed="rId3"/>
          <a:stretch>
            <a:fillRect/>
          </a:stretch>
        </p:blipFill>
        <p:spPr>
          <a:xfrm>
            <a:off x="837724" y="2391013"/>
            <a:ext cx="5639276" cy="3858339"/>
          </a:xfrm>
          <a:prstGeom prst="rect">
            <a:avLst/>
          </a:prstGeom>
        </p:spPr>
      </p:pic>
      <p:sp>
        <p:nvSpPr>
          <p:cNvPr id="4" name="Text 1"/>
          <p:cNvSpPr/>
          <p:nvPr/>
        </p:nvSpPr>
        <p:spPr>
          <a:xfrm>
            <a:off x="7073146" y="2337197"/>
            <a:ext cx="6727031" cy="268116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This project analyzes an e-commerce dataset to understand sales performance and customer behavior. SQL is used to extract and compute insights from structured data, while Python is used to visualize the same results for better interpretation. Using both tools together helps validate the analysis and ensures consistency in results across different approaches.</a:t>
            </a:r>
            <a:endParaRPr lang="en-US" sz="1850" dirty="0"/>
          </a:p>
        </p:txBody>
      </p:sp>
      <p:sp>
        <p:nvSpPr>
          <p:cNvPr id="5" name="Text 2"/>
          <p:cNvSpPr/>
          <p:nvPr/>
        </p:nvSpPr>
        <p:spPr>
          <a:xfrm>
            <a:off x="837724" y="6787753"/>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9021" y="943094"/>
            <a:ext cx="12686228" cy="621030"/>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Overpass Bold" pitchFamily="34" charset="0"/>
                <a:ea typeface="Overpass Bold" pitchFamily="34" charset="-122"/>
                <a:cs typeface="Overpass Bold" pitchFamily="34" charset="-120"/>
              </a:rPr>
              <a:t>Deciphering the Digital Marketplace: Dataset Overview</a:t>
            </a:r>
            <a:endParaRPr lang="en-US" sz="3900" dirty="0"/>
          </a:p>
        </p:txBody>
      </p:sp>
      <p:sp>
        <p:nvSpPr>
          <p:cNvPr id="3" name="Shape 1"/>
          <p:cNvSpPr/>
          <p:nvPr/>
        </p:nvSpPr>
        <p:spPr>
          <a:xfrm>
            <a:off x="739021" y="1986439"/>
            <a:ext cx="4243388" cy="2256711"/>
          </a:xfrm>
          <a:prstGeom prst="roundRect">
            <a:avLst>
              <a:gd name="adj" fmla="val 4862"/>
            </a:avLst>
          </a:prstGeom>
          <a:solidFill>
            <a:srgbClr val="252222">
              <a:alpha val="95000"/>
            </a:srgbClr>
          </a:solidFill>
          <a:ln w="22860">
            <a:solidFill>
              <a:srgbClr val="971B55"/>
            </a:solidFill>
            <a:prstDash val="solid"/>
          </a:ln>
        </p:spPr>
      </p:sp>
      <p:sp>
        <p:nvSpPr>
          <p:cNvPr id="4" name="Shape 2"/>
          <p:cNvSpPr/>
          <p:nvPr/>
        </p:nvSpPr>
        <p:spPr>
          <a:xfrm>
            <a:off x="716161" y="1986439"/>
            <a:ext cx="91440" cy="2256711"/>
          </a:xfrm>
          <a:prstGeom prst="roundRect">
            <a:avLst>
              <a:gd name="adj" fmla="val 96990"/>
            </a:avLst>
          </a:prstGeom>
          <a:solidFill>
            <a:srgbClr val="F20374"/>
          </a:solidFill>
          <a:ln/>
        </p:spPr>
      </p:sp>
      <p:sp>
        <p:nvSpPr>
          <p:cNvPr id="5" name="Text 3"/>
          <p:cNvSpPr/>
          <p:nvPr/>
        </p:nvSpPr>
        <p:spPr>
          <a:xfrm>
            <a:off x="1041559" y="2220397"/>
            <a:ext cx="2484239" cy="310515"/>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Overpass Bold" pitchFamily="34" charset="0"/>
                <a:ea typeface="Overpass Bold" pitchFamily="34" charset="-122"/>
                <a:cs typeface="Overpass Bold" pitchFamily="34" charset="-120"/>
              </a:rPr>
              <a:t>Customers Table</a:t>
            </a:r>
            <a:endParaRPr lang="en-US" sz="1950" dirty="0"/>
          </a:p>
        </p:txBody>
      </p:sp>
      <p:sp>
        <p:nvSpPr>
          <p:cNvPr id="6" name="Text 4"/>
          <p:cNvSpPr/>
          <p:nvPr/>
        </p:nvSpPr>
        <p:spPr>
          <a:xfrm>
            <a:off x="1041559" y="2657594"/>
            <a:ext cx="3706892" cy="1351598"/>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Comprehensive details of individual customers, including geographical locations, providing a foundational layer for demographic analysis.</a:t>
            </a:r>
            <a:endParaRPr lang="en-US" sz="1650" dirty="0"/>
          </a:p>
        </p:txBody>
      </p:sp>
      <p:sp>
        <p:nvSpPr>
          <p:cNvPr id="7" name="Shape 5"/>
          <p:cNvSpPr/>
          <p:nvPr/>
        </p:nvSpPr>
        <p:spPr>
          <a:xfrm>
            <a:off x="5193506" y="1986439"/>
            <a:ext cx="4243388" cy="2256711"/>
          </a:xfrm>
          <a:prstGeom prst="roundRect">
            <a:avLst>
              <a:gd name="adj" fmla="val 4862"/>
            </a:avLst>
          </a:prstGeom>
          <a:solidFill>
            <a:srgbClr val="252222">
              <a:alpha val="95000"/>
            </a:srgbClr>
          </a:solidFill>
          <a:ln w="22860">
            <a:solidFill>
              <a:srgbClr val="971B55"/>
            </a:solidFill>
            <a:prstDash val="solid"/>
          </a:ln>
        </p:spPr>
      </p:sp>
      <p:sp>
        <p:nvSpPr>
          <p:cNvPr id="8" name="Shape 6"/>
          <p:cNvSpPr/>
          <p:nvPr/>
        </p:nvSpPr>
        <p:spPr>
          <a:xfrm>
            <a:off x="5170646" y="1986439"/>
            <a:ext cx="91440" cy="2256711"/>
          </a:xfrm>
          <a:prstGeom prst="roundRect">
            <a:avLst>
              <a:gd name="adj" fmla="val 96990"/>
            </a:avLst>
          </a:prstGeom>
          <a:solidFill>
            <a:srgbClr val="F20374"/>
          </a:solidFill>
          <a:ln/>
        </p:spPr>
      </p:sp>
      <p:sp>
        <p:nvSpPr>
          <p:cNvPr id="9" name="Text 7"/>
          <p:cNvSpPr/>
          <p:nvPr/>
        </p:nvSpPr>
        <p:spPr>
          <a:xfrm>
            <a:off x="5496044" y="2220397"/>
            <a:ext cx="2484239" cy="310515"/>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Overpass Bold" pitchFamily="34" charset="0"/>
                <a:ea typeface="Overpass Bold" pitchFamily="34" charset="-122"/>
                <a:cs typeface="Overpass Bold" pitchFamily="34" charset="-120"/>
              </a:rPr>
              <a:t>Orders Table</a:t>
            </a:r>
            <a:endParaRPr lang="en-US" sz="1950" dirty="0"/>
          </a:p>
        </p:txBody>
      </p:sp>
      <p:sp>
        <p:nvSpPr>
          <p:cNvPr id="10" name="Text 8"/>
          <p:cNvSpPr/>
          <p:nvPr/>
        </p:nvSpPr>
        <p:spPr>
          <a:xfrm>
            <a:off x="5496044" y="2657594"/>
            <a:ext cx="3706892" cy="1351598"/>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Records of order dates and their current statuses, crucial for tracking purchasing timelines and operational efficiency.</a:t>
            </a:r>
            <a:endParaRPr lang="en-US" sz="1650" dirty="0"/>
          </a:p>
        </p:txBody>
      </p:sp>
      <p:sp>
        <p:nvSpPr>
          <p:cNvPr id="11" name="Shape 9"/>
          <p:cNvSpPr/>
          <p:nvPr/>
        </p:nvSpPr>
        <p:spPr>
          <a:xfrm>
            <a:off x="9647992" y="1986439"/>
            <a:ext cx="4243388" cy="2256711"/>
          </a:xfrm>
          <a:prstGeom prst="roundRect">
            <a:avLst>
              <a:gd name="adj" fmla="val 4862"/>
            </a:avLst>
          </a:prstGeom>
          <a:solidFill>
            <a:srgbClr val="252222">
              <a:alpha val="95000"/>
            </a:srgbClr>
          </a:solidFill>
          <a:ln w="22860">
            <a:solidFill>
              <a:srgbClr val="971B55"/>
            </a:solidFill>
            <a:prstDash val="solid"/>
          </a:ln>
        </p:spPr>
      </p:sp>
      <p:sp>
        <p:nvSpPr>
          <p:cNvPr id="12" name="Shape 10"/>
          <p:cNvSpPr/>
          <p:nvPr/>
        </p:nvSpPr>
        <p:spPr>
          <a:xfrm>
            <a:off x="9625132" y="1986439"/>
            <a:ext cx="91440" cy="2256711"/>
          </a:xfrm>
          <a:prstGeom prst="roundRect">
            <a:avLst>
              <a:gd name="adj" fmla="val 96990"/>
            </a:avLst>
          </a:prstGeom>
          <a:solidFill>
            <a:srgbClr val="F20374"/>
          </a:solidFill>
          <a:ln/>
        </p:spPr>
      </p:sp>
      <p:sp>
        <p:nvSpPr>
          <p:cNvPr id="13" name="Text 11"/>
          <p:cNvSpPr/>
          <p:nvPr/>
        </p:nvSpPr>
        <p:spPr>
          <a:xfrm>
            <a:off x="9950529" y="2220397"/>
            <a:ext cx="2484239" cy="310515"/>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Overpass Bold" pitchFamily="34" charset="0"/>
                <a:ea typeface="Overpass Bold" pitchFamily="34" charset="-122"/>
                <a:cs typeface="Overpass Bold" pitchFamily="34" charset="-120"/>
              </a:rPr>
              <a:t>Order Items Table</a:t>
            </a:r>
            <a:endParaRPr lang="en-US" sz="1950" dirty="0"/>
          </a:p>
        </p:txBody>
      </p:sp>
      <p:sp>
        <p:nvSpPr>
          <p:cNvPr id="14" name="Text 12"/>
          <p:cNvSpPr/>
          <p:nvPr/>
        </p:nvSpPr>
        <p:spPr>
          <a:xfrm>
            <a:off x="9950529" y="2657594"/>
            <a:ext cx="3706892" cy="1351598"/>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Detailed breakdown of product-level sales and pricing, offering granular insight into individual transaction values.</a:t>
            </a:r>
            <a:endParaRPr lang="en-US" sz="1650" dirty="0"/>
          </a:p>
        </p:txBody>
      </p:sp>
      <p:sp>
        <p:nvSpPr>
          <p:cNvPr id="15" name="Shape 13"/>
          <p:cNvSpPr/>
          <p:nvPr/>
        </p:nvSpPr>
        <p:spPr>
          <a:xfrm>
            <a:off x="739021" y="4454247"/>
            <a:ext cx="4243388" cy="1918811"/>
          </a:xfrm>
          <a:prstGeom prst="roundRect">
            <a:avLst>
              <a:gd name="adj" fmla="val 5719"/>
            </a:avLst>
          </a:prstGeom>
          <a:solidFill>
            <a:srgbClr val="252222">
              <a:alpha val="95000"/>
            </a:srgbClr>
          </a:solidFill>
          <a:ln w="22860">
            <a:solidFill>
              <a:srgbClr val="971B55"/>
            </a:solidFill>
            <a:prstDash val="solid"/>
          </a:ln>
        </p:spPr>
      </p:sp>
      <p:sp>
        <p:nvSpPr>
          <p:cNvPr id="16" name="Shape 14"/>
          <p:cNvSpPr/>
          <p:nvPr/>
        </p:nvSpPr>
        <p:spPr>
          <a:xfrm>
            <a:off x="716161" y="4454247"/>
            <a:ext cx="91440" cy="1918811"/>
          </a:xfrm>
          <a:prstGeom prst="roundRect">
            <a:avLst>
              <a:gd name="adj" fmla="val 96990"/>
            </a:avLst>
          </a:prstGeom>
          <a:solidFill>
            <a:srgbClr val="F20374"/>
          </a:solidFill>
          <a:ln/>
        </p:spPr>
      </p:sp>
      <p:sp>
        <p:nvSpPr>
          <p:cNvPr id="17" name="Text 15"/>
          <p:cNvSpPr/>
          <p:nvPr/>
        </p:nvSpPr>
        <p:spPr>
          <a:xfrm>
            <a:off x="1041559" y="4688205"/>
            <a:ext cx="2484239" cy="310515"/>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Overpass Bold" pitchFamily="34" charset="0"/>
                <a:ea typeface="Overpass Bold" pitchFamily="34" charset="-122"/>
                <a:cs typeface="Overpass Bold" pitchFamily="34" charset="-120"/>
              </a:rPr>
              <a:t>Products Table</a:t>
            </a:r>
            <a:endParaRPr lang="en-US" sz="1950" dirty="0"/>
          </a:p>
        </p:txBody>
      </p:sp>
      <p:sp>
        <p:nvSpPr>
          <p:cNvPr id="18" name="Text 16"/>
          <p:cNvSpPr/>
          <p:nvPr/>
        </p:nvSpPr>
        <p:spPr>
          <a:xfrm>
            <a:off x="1041559" y="5125403"/>
            <a:ext cx="3706892" cy="1013698"/>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Categorization of various products, enabling analysis of popular segments and inventory management.</a:t>
            </a:r>
            <a:endParaRPr lang="en-US" sz="1650" dirty="0"/>
          </a:p>
        </p:txBody>
      </p:sp>
      <p:sp>
        <p:nvSpPr>
          <p:cNvPr id="19" name="Shape 17"/>
          <p:cNvSpPr/>
          <p:nvPr/>
        </p:nvSpPr>
        <p:spPr>
          <a:xfrm>
            <a:off x="5193506" y="4454247"/>
            <a:ext cx="4243388" cy="1918811"/>
          </a:xfrm>
          <a:prstGeom prst="roundRect">
            <a:avLst>
              <a:gd name="adj" fmla="val 5719"/>
            </a:avLst>
          </a:prstGeom>
          <a:solidFill>
            <a:srgbClr val="252222">
              <a:alpha val="95000"/>
            </a:srgbClr>
          </a:solidFill>
          <a:ln w="22860">
            <a:solidFill>
              <a:srgbClr val="971B55"/>
            </a:solidFill>
            <a:prstDash val="solid"/>
          </a:ln>
        </p:spPr>
      </p:sp>
      <p:sp>
        <p:nvSpPr>
          <p:cNvPr id="20" name="Shape 18"/>
          <p:cNvSpPr/>
          <p:nvPr/>
        </p:nvSpPr>
        <p:spPr>
          <a:xfrm>
            <a:off x="5170646" y="4454247"/>
            <a:ext cx="91440" cy="1918811"/>
          </a:xfrm>
          <a:prstGeom prst="roundRect">
            <a:avLst>
              <a:gd name="adj" fmla="val 96990"/>
            </a:avLst>
          </a:prstGeom>
          <a:solidFill>
            <a:srgbClr val="F20374"/>
          </a:solidFill>
          <a:ln/>
        </p:spPr>
      </p:sp>
      <p:sp>
        <p:nvSpPr>
          <p:cNvPr id="21" name="Text 19"/>
          <p:cNvSpPr/>
          <p:nvPr/>
        </p:nvSpPr>
        <p:spPr>
          <a:xfrm>
            <a:off x="5496044" y="4688205"/>
            <a:ext cx="2484239" cy="310515"/>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Overpass Bold" pitchFamily="34" charset="0"/>
                <a:ea typeface="Overpass Bold" pitchFamily="34" charset="-122"/>
                <a:cs typeface="Overpass Bold" pitchFamily="34" charset="-120"/>
              </a:rPr>
              <a:t>Payments Table</a:t>
            </a:r>
            <a:endParaRPr lang="en-US" sz="1950" dirty="0"/>
          </a:p>
        </p:txBody>
      </p:sp>
      <p:sp>
        <p:nvSpPr>
          <p:cNvPr id="22" name="Text 20"/>
          <p:cNvSpPr/>
          <p:nvPr/>
        </p:nvSpPr>
        <p:spPr>
          <a:xfrm>
            <a:off x="5496044" y="5125403"/>
            <a:ext cx="3706892" cy="1013698"/>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Information on payment values and methods, essential for understanding revenue streams and financial flows.</a:t>
            </a:r>
            <a:endParaRPr lang="en-US" sz="1650" dirty="0"/>
          </a:p>
        </p:txBody>
      </p:sp>
      <p:sp>
        <p:nvSpPr>
          <p:cNvPr id="23" name="Text 21"/>
          <p:cNvSpPr/>
          <p:nvPr/>
        </p:nvSpPr>
        <p:spPr>
          <a:xfrm>
            <a:off x="739021" y="6610588"/>
            <a:ext cx="13152358" cy="675799"/>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This dataset offers a realistic snapshot of online shopping activities, allowing for in-depth analysis of consumer trends and business performance.</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4603" y="498634"/>
            <a:ext cx="8016359" cy="533162"/>
          </a:xfrm>
          <a:prstGeom prst="rect">
            <a:avLst/>
          </a:prstGeom>
          <a:noFill/>
          <a:ln/>
        </p:spPr>
        <p:txBody>
          <a:bodyPr wrap="none" lIns="0" tIns="0" rIns="0" bIns="0" rtlCol="0" anchor="t"/>
          <a:lstStyle/>
          <a:p>
            <a:pPr marL="0" indent="0" algn="l">
              <a:lnSpc>
                <a:spcPts val="4150"/>
              </a:lnSpc>
              <a:buNone/>
            </a:pPr>
            <a:r>
              <a:rPr lang="en-US" sz="3350" b="1" dirty="0">
                <a:solidFill>
                  <a:srgbClr val="FFFFFF"/>
                </a:solidFill>
                <a:latin typeface="Overpass Bold" pitchFamily="34" charset="0"/>
                <a:ea typeface="Overpass Bold" pitchFamily="34" charset="-122"/>
                <a:cs typeface="Overpass Bold" pitchFamily="34" charset="-120"/>
              </a:rPr>
              <a:t>Analytical Arsenal: Tools &amp; Methodology</a:t>
            </a:r>
            <a:endParaRPr lang="en-US" sz="3350" dirty="0"/>
          </a:p>
        </p:txBody>
      </p:sp>
      <p:sp>
        <p:nvSpPr>
          <p:cNvPr id="3" name="Shape 1"/>
          <p:cNvSpPr/>
          <p:nvPr/>
        </p:nvSpPr>
        <p:spPr>
          <a:xfrm>
            <a:off x="634603" y="1507688"/>
            <a:ext cx="6459498" cy="2547699"/>
          </a:xfrm>
          <a:prstGeom prst="roundRect">
            <a:avLst>
              <a:gd name="adj" fmla="val 2989"/>
            </a:avLst>
          </a:prstGeom>
          <a:solidFill>
            <a:srgbClr val="7E023C"/>
          </a:solidFill>
          <a:ln w="7620">
            <a:solidFill>
              <a:srgbClr val="007EBD"/>
            </a:solidFill>
            <a:prstDash val="solid"/>
          </a:ln>
        </p:spPr>
      </p:sp>
      <p:sp>
        <p:nvSpPr>
          <p:cNvPr id="4" name="Shape 2"/>
          <p:cNvSpPr/>
          <p:nvPr/>
        </p:nvSpPr>
        <p:spPr>
          <a:xfrm>
            <a:off x="823436" y="1696522"/>
            <a:ext cx="543878" cy="543878"/>
          </a:xfrm>
          <a:prstGeom prst="roundRect">
            <a:avLst>
              <a:gd name="adj" fmla="val 16810913"/>
            </a:avLst>
          </a:prstGeom>
          <a:solidFill>
            <a:srgbClr val="007EBD"/>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2979" y="1846064"/>
            <a:ext cx="244673" cy="244673"/>
          </a:xfrm>
          <a:prstGeom prst="rect">
            <a:avLst/>
          </a:prstGeom>
        </p:spPr>
      </p:pic>
      <p:sp>
        <p:nvSpPr>
          <p:cNvPr id="6" name="Text 3"/>
          <p:cNvSpPr/>
          <p:nvPr/>
        </p:nvSpPr>
        <p:spPr>
          <a:xfrm>
            <a:off x="823436" y="2421612"/>
            <a:ext cx="2458879" cy="266700"/>
          </a:xfrm>
          <a:prstGeom prst="rect">
            <a:avLst/>
          </a:prstGeom>
          <a:noFill/>
          <a:ln/>
        </p:spPr>
        <p:txBody>
          <a:bodyPr wrap="none" lIns="0" tIns="0" rIns="0" bIns="0" rtlCol="0" anchor="t"/>
          <a:lstStyle/>
          <a:p>
            <a:pPr marL="0" indent="0" algn="l">
              <a:lnSpc>
                <a:spcPts val="2050"/>
              </a:lnSpc>
              <a:buNone/>
            </a:pPr>
            <a:r>
              <a:rPr lang="en-US" sz="1650" b="1" dirty="0">
                <a:solidFill>
                  <a:srgbClr val="E5E0DF"/>
                </a:solidFill>
                <a:latin typeface="Overpass Bold" pitchFamily="34" charset="0"/>
                <a:ea typeface="Overpass Bold" pitchFamily="34" charset="-122"/>
                <a:cs typeface="Overpass Bold" pitchFamily="34" charset="-120"/>
              </a:rPr>
              <a:t>SQL (MySQL Workbench)</a:t>
            </a:r>
            <a:endParaRPr lang="en-US" sz="1650" dirty="0"/>
          </a:p>
        </p:txBody>
      </p:sp>
      <p:sp>
        <p:nvSpPr>
          <p:cNvPr id="7" name="Text 4"/>
          <p:cNvSpPr/>
          <p:nvPr/>
        </p:nvSpPr>
        <p:spPr>
          <a:xfrm>
            <a:off x="823436" y="2869525"/>
            <a:ext cx="6081832" cy="29003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5E0DF"/>
                </a:solidFill>
                <a:latin typeface="Overpass" pitchFamily="34" charset="0"/>
                <a:ea typeface="Overpass" pitchFamily="34" charset="-122"/>
                <a:cs typeface="Overpass" pitchFamily="34" charset="-120"/>
              </a:rPr>
              <a:t>Efficient data extraction using advanced join operations.</a:t>
            </a:r>
            <a:endParaRPr lang="en-US" sz="1400" dirty="0"/>
          </a:p>
        </p:txBody>
      </p:sp>
      <p:sp>
        <p:nvSpPr>
          <p:cNvPr id="8" name="Text 5"/>
          <p:cNvSpPr/>
          <p:nvPr/>
        </p:nvSpPr>
        <p:spPr>
          <a:xfrm>
            <a:off x="823436" y="3223022"/>
            <a:ext cx="6081832" cy="29003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5E0DF"/>
                </a:solidFill>
                <a:latin typeface="Overpass" pitchFamily="34" charset="0"/>
                <a:ea typeface="Overpass" pitchFamily="34" charset="-122"/>
                <a:cs typeface="Overpass" pitchFamily="34" charset="-120"/>
              </a:rPr>
              <a:t>Powerful aggregations and grouping for summarized insights.</a:t>
            </a:r>
            <a:endParaRPr lang="en-US" sz="1400" dirty="0"/>
          </a:p>
        </p:txBody>
      </p:sp>
      <p:sp>
        <p:nvSpPr>
          <p:cNvPr id="9" name="Text 6"/>
          <p:cNvSpPr/>
          <p:nvPr/>
        </p:nvSpPr>
        <p:spPr>
          <a:xfrm>
            <a:off x="823436" y="3576518"/>
            <a:ext cx="6081832" cy="29003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5E0DF"/>
                </a:solidFill>
                <a:latin typeface="Overpass" pitchFamily="34" charset="0"/>
                <a:ea typeface="Overpass" pitchFamily="34" charset="-122"/>
                <a:cs typeface="Overpass" pitchFamily="34" charset="-120"/>
              </a:rPr>
              <a:t>Complex queries for in-depth retention analysis.</a:t>
            </a:r>
            <a:endParaRPr lang="en-US" sz="1400" dirty="0"/>
          </a:p>
        </p:txBody>
      </p:sp>
      <p:pic>
        <p:nvPicPr>
          <p:cNvPr id="10" name="Image 1" descr="preencoded.png"/>
          <p:cNvPicPr>
            <a:picLocks noChangeAspect="1"/>
          </p:cNvPicPr>
          <p:nvPr/>
        </p:nvPicPr>
        <p:blipFill>
          <a:blip r:embed="rId5"/>
          <a:stretch>
            <a:fillRect/>
          </a:stretch>
        </p:blipFill>
        <p:spPr>
          <a:xfrm>
            <a:off x="634603" y="4259342"/>
            <a:ext cx="3271361" cy="3271361"/>
          </a:xfrm>
          <a:prstGeom prst="rect">
            <a:avLst/>
          </a:prstGeom>
        </p:spPr>
      </p:pic>
      <p:sp>
        <p:nvSpPr>
          <p:cNvPr id="11" name="Shape 7"/>
          <p:cNvSpPr/>
          <p:nvPr/>
        </p:nvSpPr>
        <p:spPr>
          <a:xfrm>
            <a:off x="7543919" y="1507688"/>
            <a:ext cx="6459498" cy="2547699"/>
          </a:xfrm>
          <a:prstGeom prst="roundRect">
            <a:avLst>
              <a:gd name="adj" fmla="val 2989"/>
            </a:avLst>
          </a:prstGeom>
          <a:solidFill>
            <a:srgbClr val="7E023C"/>
          </a:solidFill>
          <a:ln w="7620">
            <a:solidFill>
              <a:srgbClr val="007EBD"/>
            </a:solidFill>
            <a:prstDash val="solid"/>
          </a:ln>
        </p:spPr>
      </p:sp>
      <p:sp>
        <p:nvSpPr>
          <p:cNvPr id="12" name="Shape 8"/>
          <p:cNvSpPr/>
          <p:nvPr/>
        </p:nvSpPr>
        <p:spPr>
          <a:xfrm>
            <a:off x="7732752" y="1696522"/>
            <a:ext cx="543878" cy="543878"/>
          </a:xfrm>
          <a:prstGeom prst="roundRect">
            <a:avLst>
              <a:gd name="adj" fmla="val 16810913"/>
            </a:avLst>
          </a:prstGeom>
          <a:solidFill>
            <a:srgbClr val="007EBD"/>
          </a:solidFill>
          <a:ln/>
        </p:spPr>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82295" y="1846064"/>
            <a:ext cx="244673" cy="244673"/>
          </a:xfrm>
          <a:prstGeom prst="rect">
            <a:avLst/>
          </a:prstGeom>
        </p:spPr>
      </p:pic>
      <p:sp>
        <p:nvSpPr>
          <p:cNvPr id="14" name="Text 9"/>
          <p:cNvSpPr/>
          <p:nvPr/>
        </p:nvSpPr>
        <p:spPr>
          <a:xfrm>
            <a:off x="7732752" y="2421612"/>
            <a:ext cx="2903815" cy="266700"/>
          </a:xfrm>
          <a:prstGeom prst="rect">
            <a:avLst/>
          </a:prstGeom>
          <a:noFill/>
          <a:ln/>
        </p:spPr>
        <p:txBody>
          <a:bodyPr wrap="none" lIns="0" tIns="0" rIns="0" bIns="0" rtlCol="0" anchor="t"/>
          <a:lstStyle/>
          <a:p>
            <a:pPr marL="0" indent="0" algn="l">
              <a:lnSpc>
                <a:spcPts val="2050"/>
              </a:lnSpc>
              <a:buNone/>
            </a:pPr>
            <a:r>
              <a:rPr lang="en-US" sz="1650" b="1" dirty="0">
                <a:solidFill>
                  <a:srgbClr val="E5E0DF"/>
                </a:solidFill>
                <a:latin typeface="Overpass Bold" pitchFamily="34" charset="0"/>
                <a:ea typeface="Overpass Bold" pitchFamily="34" charset="-122"/>
                <a:cs typeface="Overpass Bold" pitchFamily="34" charset="-120"/>
              </a:rPr>
              <a:t>Python (Pandas &amp; Matplotlib)</a:t>
            </a:r>
            <a:endParaRPr lang="en-US" sz="1650" dirty="0"/>
          </a:p>
        </p:txBody>
      </p:sp>
      <p:sp>
        <p:nvSpPr>
          <p:cNvPr id="15" name="Text 10"/>
          <p:cNvSpPr/>
          <p:nvPr/>
        </p:nvSpPr>
        <p:spPr>
          <a:xfrm>
            <a:off x="7732752" y="2869525"/>
            <a:ext cx="6081832" cy="29003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5E0DF"/>
                </a:solidFill>
                <a:latin typeface="Overpass" pitchFamily="34" charset="0"/>
                <a:ea typeface="Overpass" pitchFamily="34" charset="-122"/>
                <a:cs typeface="Overpass" pitchFamily="34" charset="-120"/>
              </a:rPr>
              <a:t>Robust data manipulation capabilities with Pandas.</a:t>
            </a:r>
            <a:endParaRPr lang="en-US" sz="1400" dirty="0"/>
          </a:p>
        </p:txBody>
      </p:sp>
      <p:sp>
        <p:nvSpPr>
          <p:cNvPr id="16" name="Text 11"/>
          <p:cNvSpPr/>
          <p:nvPr/>
        </p:nvSpPr>
        <p:spPr>
          <a:xfrm>
            <a:off x="7732752" y="3223022"/>
            <a:ext cx="6081832" cy="29003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5E0DF"/>
                </a:solidFill>
                <a:latin typeface="Overpass" pitchFamily="34" charset="0"/>
                <a:ea typeface="Overpass" pitchFamily="34" charset="-122"/>
                <a:cs typeface="Overpass" pitchFamily="34" charset="-120"/>
              </a:rPr>
              <a:t>Dynamic visualization of trends using Matplotlib.</a:t>
            </a:r>
            <a:endParaRPr lang="en-US" sz="1400" dirty="0"/>
          </a:p>
        </p:txBody>
      </p:sp>
      <p:sp>
        <p:nvSpPr>
          <p:cNvPr id="17" name="Text 12"/>
          <p:cNvSpPr/>
          <p:nvPr/>
        </p:nvSpPr>
        <p:spPr>
          <a:xfrm>
            <a:off x="7732752" y="3576518"/>
            <a:ext cx="6081832" cy="29003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5E0DF"/>
                </a:solidFill>
                <a:latin typeface="Overpass" pitchFamily="34" charset="0"/>
                <a:ea typeface="Overpass" pitchFamily="34" charset="-122"/>
                <a:cs typeface="Overpass" pitchFamily="34" charset="-120"/>
              </a:rPr>
              <a:t>Critical cross-validation of SQL-derived results for accuracy.</a:t>
            </a:r>
            <a:endParaRPr lang="en-US" sz="1400" dirty="0"/>
          </a:p>
        </p:txBody>
      </p:sp>
      <p:pic>
        <p:nvPicPr>
          <p:cNvPr id="18" name="Image 3" descr="preencoded.png"/>
          <p:cNvPicPr>
            <a:picLocks noChangeAspect="1"/>
          </p:cNvPicPr>
          <p:nvPr/>
        </p:nvPicPr>
        <p:blipFill>
          <a:blip r:embed="rId8"/>
          <a:stretch>
            <a:fillRect/>
          </a:stretch>
        </p:blipFill>
        <p:spPr>
          <a:xfrm>
            <a:off x="7543919" y="4259342"/>
            <a:ext cx="3271361" cy="32713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8" name="Shape 10">
            <a:extLst>
              <a:ext uri="{FF2B5EF4-FFF2-40B4-BE49-F238E27FC236}">
                <a16:creationId xmlns:a16="http://schemas.microsoft.com/office/drawing/2014/main" id="{CEF643BF-989A-D311-8F74-0329ABADF1CE}"/>
              </a:ext>
            </a:extLst>
          </p:cNvPr>
          <p:cNvSpPr/>
          <p:nvPr/>
        </p:nvSpPr>
        <p:spPr>
          <a:xfrm>
            <a:off x="313701" y="1822371"/>
            <a:ext cx="6686084" cy="1180982"/>
          </a:xfrm>
          <a:prstGeom prst="roundRect">
            <a:avLst>
              <a:gd name="adj" fmla="val 1579"/>
            </a:avLst>
          </a:prstGeom>
          <a:solidFill>
            <a:srgbClr val="322F2F"/>
          </a:solidFill>
          <a:ln/>
        </p:spPr>
      </p:sp>
      <p:sp>
        <p:nvSpPr>
          <p:cNvPr id="2" name="Shape 0"/>
          <p:cNvSpPr/>
          <p:nvPr/>
        </p:nvSpPr>
        <p:spPr>
          <a:xfrm>
            <a:off x="136653" y="126564"/>
            <a:ext cx="1756315" cy="384333"/>
          </a:xfrm>
          <a:prstGeom prst="roundRect">
            <a:avLst>
              <a:gd name="adj" fmla="val 17877"/>
            </a:avLst>
          </a:prstGeom>
          <a:solidFill>
            <a:srgbClr val="4C0124"/>
          </a:solidFill>
          <a:ln/>
        </p:spPr>
        <p:txBody>
          <a:bodyPr/>
          <a:lstStyle/>
          <a:p>
            <a:endParaRPr lang="en-IN" dirty="0"/>
          </a:p>
        </p:txBody>
      </p:sp>
      <p:sp>
        <p:nvSpPr>
          <p:cNvPr id="3" name="Text 1"/>
          <p:cNvSpPr/>
          <p:nvPr/>
        </p:nvSpPr>
        <p:spPr>
          <a:xfrm>
            <a:off x="320842" y="201097"/>
            <a:ext cx="3035173" cy="524232"/>
          </a:xfrm>
          <a:prstGeom prst="rect">
            <a:avLst/>
          </a:prstGeom>
          <a:noFill/>
          <a:ln/>
        </p:spPr>
        <p:txBody>
          <a:bodyPr wrap="none" lIns="0" tIns="0" rIns="0" bIns="0" rtlCol="0" anchor="t"/>
          <a:lstStyle/>
          <a:p>
            <a:pPr marL="0" indent="0" algn="l">
              <a:lnSpc>
                <a:spcPts val="1650"/>
              </a:lnSpc>
              <a:buNone/>
            </a:pPr>
            <a:r>
              <a:rPr lang="en-US" sz="1400" dirty="0">
                <a:solidFill>
                  <a:srgbClr val="E5E0DF"/>
                </a:solidFill>
                <a:latin typeface="Overpass" pitchFamily="34" charset="0"/>
                <a:ea typeface="Overpass" pitchFamily="34" charset="-122"/>
                <a:cs typeface="Overpass" pitchFamily="34" charset="-120"/>
              </a:rPr>
              <a:t>SQL + PYTHON</a:t>
            </a:r>
            <a:endParaRPr lang="en-US" sz="1400" dirty="0"/>
          </a:p>
        </p:txBody>
      </p:sp>
      <p:sp>
        <p:nvSpPr>
          <p:cNvPr id="4" name="Shape 2"/>
          <p:cNvSpPr/>
          <p:nvPr/>
        </p:nvSpPr>
        <p:spPr>
          <a:xfrm>
            <a:off x="2077158" y="126564"/>
            <a:ext cx="1756316" cy="414695"/>
          </a:xfrm>
          <a:prstGeom prst="roundRect">
            <a:avLst>
              <a:gd name="adj" fmla="val 17877"/>
            </a:avLst>
          </a:prstGeom>
          <a:solidFill>
            <a:srgbClr val="4C0124"/>
          </a:solidFill>
          <a:ln/>
        </p:spPr>
        <p:txBody>
          <a:bodyPr/>
          <a:lstStyle/>
          <a:p>
            <a:endParaRPr lang="en-IN" dirty="0"/>
          </a:p>
        </p:txBody>
      </p:sp>
      <p:sp>
        <p:nvSpPr>
          <p:cNvPr id="5" name="Text 3"/>
          <p:cNvSpPr/>
          <p:nvPr/>
        </p:nvSpPr>
        <p:spPr>
          <a:xfrm>
            <a:off x="2200376" y="168712"/>
            <a:ext cx="1906404" cy="380048"/>
          </a:xfrm>
          <a:prstGeom prst="rect">
            <a:avLst/>
          </a:prstGeom>
          <a:noFill/>
          <a:ln/>
        </p:spPr>
        <p:txBody>
          <a:bodyPr wrap="none" lIns="0" tIns="0" rIns="0" bIns="0" rtlCol="0" anchor="t"/>
          <a:lstStyle/>
          <a:p>
            <a:pPr marL="0" indent="0" algn="l">
              <a:lnSpc>
                <a:spcPts val="1650"/>
              </a:lnSpc>
              <a:buNone/>
            </a:pPr>
            <a:r>
              <a:rPr lang="en-US" sz="1400" dirty="0">
                <a:solidFill>
                  <a:srgbClr val="E5E0DF"/>
                </a:solidFill>
                <a:latin typeface="Overpass" pitchFamily="34" charset="0"/>
                <a:ea typeface="Overpass" pitchFamily="34" charset="-122"/>
                <a:cs typeface="Overpass" pitchFamily="34" charset="-120"/>
              </a:rPr>
              <a:t>BASIC PROBLEM</a:t>
            </a:r>
            <a:endParaRPr lang="en-US" sz="1400" dirty="0"/>
          </a:p>
        </p:txBody>
      </p:sp>
      <p:sp>
        <p:nvSpPr>
          <p:cNvPr id="6" name="Text 4"/>
          <p:cNvSpPr/>
          <p:nvPr/>
        </p:nvSpPr>
        <p:spPr>
          <a:xfrm>
            <a:off x="320842" y="691992"/>
            <a:ext cx="5422232" cy="607099"/>
          </a:xfrm>
          <a:prstGeom prst="rect">
            <a:avLst/>
          </a:prstGeom>
          <a:noFill/>
          <a:ln/>
        </p:spPr>
        <p:txBody>
          <a:bodyPr wrap="none" lIns="0" tIns="0" rIns="0" bIns="0" rtlCol="0" anchor="t"/>
          <a:lstStyle/>
          <a:p>
            <a:pPr marL="0" indent="0" algn="l">
              <a:lnSpc>
                <a:spcPts val="2600"/>
              </a:lnSpc>
              <a:buNone/>
            </a:pPr>
            <a:r>
              <a:rPr lang="en-US" sz="2000" dirty="0">
                <a:solidFill>
                  <a:srgbClr val="E5E0DF"/>
                </a:solidFill>
                <a:latin typeface="Overpass" pitchFamily="34" charset="0"/>
                <a:ea typeface="Overpass" pitchFamily="34" charset="-122"/>
                <a:cs typeface="Overpass" pitchFamily="34" charset="-120"/>
              </a:rPr>
              <a:t>Q1 .List all unique cities where customers are located</a:t>
            </a:r>
            <a:endParaRPr lang="en-US" sz="2000" dirty="0"/>
          </a:p>
        </p:txBody>
      </p:sp>
      <p:sp>
        <p:nvSpPr>
          <p:cNvPr id="7" name="Text 5"/>
          <p:cNvSpPr/>
          <p:nvPr/>
        </p:nvSpPr>
        <p:spPr>
          <a:xfrm>
            <a:off x="433138" y="1337010"/>
            <a:ext cx="1122946" cy="452976"/>
          </a:xfrm>
          <a:prstGeom prst="rect">
            <a:avLst/>
          </a:prstGeom>
          <a:noFill/>
          <a:ln/>
        </p:spPr>
        <p:txBody>
          <a:bodyPr wrap="none" lIns="0" tIns="0" rIns="0" bIns="0" rtlCol="0" anchor="t"/>
          <a:lstStyle/>
          <a:p>
            <a:pPr marL="0" indent="0" algn="l">
              <a:lnSpc>
                <a:spcPts val="2100"/>
              </a:lnSpc>
              <a:buNone/>
            </a:pPr>
            <a:r>
              <a:rPr lang="en-US" sz="1600" dirty="0">
                <a:solidFill>
                  <a:srgbClr val="E5E0DF"/>
                </a:solidFill>
                <a:latin typeface="Overpass" pitchFamily="34" charset="0"/>
                <a:ea typeface="Overpass" pitchFamily="34" charset="-122"/>
                <a:cs typeface="Overpass" pitchFamily="34" charset="-120"/>
              </a:rPr>
              <a:t>SQL Query </a:t>
            </a:r>
            <a:endParaRPr lang="en-US" sz="1600" dirty="0"/>
          </a:p>
        </p:txBody>
      </p:sp>
      <p:sp>
        <p:nvSpPr>
          <p:cNvPr id="8" name="Text 6"/>
          <p:cNvSpPr/>
          <p:nvPr/>
        </p:nvSpPr>
        <p:spPr>
          <a:xfrm>
            <a:off x="544244" y="2019299"/>
            <a:ext cx="6566646" cy="305754"/>
          </a:xfrm>
          <a:prstGeom prst="rect">
            <a:avLst/>
          </a:prstGeom>
          <a:noFill/>
          <a:ln/>
        </p:spPr>
        <p:txBody>
          <a:bodyPr wrap="non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select distinct customer_city </a:t>
            </a:r>
            <a:endParaRPr lang="en-US" dirty="0"/>
          </a:p>
        </p:txBody>
      </p:sp>
      <p:sp>
        <p:nvSpPr>
          <p:cNvPr id="9" name="Text 7"/>
          <p:cNvSpPr/>
          <p:nvPr/>
        </p:nvSpPr>
        <p:spPr>
          <a:xfrm>
            <a:off x="544244" y="2357438"/>
            <a:ext cx="6566645" cy="386358"/>
          </a:xfrm>
          <a:prstGeom prst="rect">
            <a:avLst/>
          </a:prstGeom>
          <a:noFill/>
          <a:ln/>
        </p:spPr>
        <p:txBody>
          <a:bodyPr wrap="non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from customers ;</a:t>
            </a:r>
            <a:endParaRPr lang="en-US" dirty="0"/>
          </a:p>
        </p:txBody>
      </p:sp>
      <p:pic>
        <p:nvPicPr>
          <p:cNvPr id="10" name="Image 0" descr="preencoded.png"/>
          <p:cNvPicPr>
            <a:picLocks noChangeAspect="1"/>
          </p:cNvPicPr>
          <p:nvPr/>
        </p:nvPicPr>
        <p:blipFill>
          <a:blip r:embed="rId3"/>
          <a:stretch>
            <a:fillRect/>
          </a:stretch>
        </p:blipFill>
        <p:spPr>
          <a:xfrm>
            <a:off x="8120689" y="725329"/>
            <a:ext cx="4648827" cy="2946604"/>
          </a:xfrm>
          <a:prstGeom prst="rect">
            <a:avLst/>
          </a:prstGeom>
        </p:spPr>
      </p:pic>
      <p:sp>
        <p:nvSpPr>
          <p:cNvPr id="11" name="Text 8"/>
          <p:cNvSpPr/>
          <p:nvPr/>
        </p:nvSpPr>
        <p:spPr>
          <a:xfrm>
            <a:off x="433140" y="3343513"/>
            <a:ext cx="1644018" cy="314087"/>
          </a:xfrm>
          <a:prstGeom prst="rect">
            <a:avLst/>
          </a:prstGeom>
          <a:noFill/>
          <a:ln/>
        </p:spPr>
        <p:txBody>
          <a:bodyPr wrap="none" lIns="0" tIns="0" rIns="0" bIns="0" rtlCol="0" anchor="t"/>
          <a:lstStyle/>
          <a:p>
            <a:pPr marL="0" indent="0" algn="l">
              <a:lnSpc>
                <a:spcPts val="2100"/>
              </a:lnSpc>
              <a:buNone/>
            </a:pPr>
            <a:r>
              <a:rPr lang="en-US" sz="1600" dirty="0">
                <a:solidFill>
                  <a:srgbClr val="E5E0DF"/>
                </a:solidFill>
                <a:latin typeface="Overpass" pitchFamily="34" charset="0"/>
                <a:ea typeface="Overpass" pitchFamily="34" charset="-122"/>
                <a:cs typeface="Overpass" pitchFamily="34" charset="-120"/>
              </a:rPr>
              <a:t>Python Query</a:t>
            </a:r>
            <a:endParaRPr lang="en-US" sz="1600" dirty="0"/>
          </a:p>
        </p:txBody>
      </p:sp>
      <p:sp>
        <p:nvSpPr>
          <p:cNvPr id="12" name="Shape 9"/>
          <p:cNvSpPr/>
          <p:nvPr/>
        </p:nvSpPr>
        <p:spPr>
          <a:xfrm>
            <a:off x="2328148" y="4297323"/>
            <a:ext cx="4782741" cy="1591270"/>
          </a:xfrm>
          <a:prstGeom prst="roundRect">
            <a:avLst>
              <a:gd name="adj" fmla="val 4422"/>
            </a:avLst>
          </a:prstGeom>
          <a:solidFill>
            <a:srgbClr val="322F2F"/>
          </a:solidFill>
          <a:ln/>
        </p:spPr>
      </p:sp>
      <p:sp>
        <p:nvSpPr>
          <p:cNvPr id="13" name="Shape 10"/>
          <p:cNvSpPr/>
          <p:nvPr/>
        </p:nvSpPr>
        <p:spPr>
          <a:xfrm>
            <a:off x="433140" y="3901798"/>
            <a:ext cx="6686084" cy="2834998"/>
          </a:xfrm>
          <a:prstGeom prst="roundRect">
            <a:avLst>
              <a:gd name="adj" fmla="val 1579"/>
            </a:avLst>
          </a:prstGeom>
          <a:solidFill>
            <a:srgbClr val="322F2F"/>
          </a:solidFill>
          <a:ln/>
        </p:spPr>
      </p:sp>
      <p:sp>
        <p:nvSpPr>
          <p:cNvPr id="14" name="Text 11"/>
          <p:cNvSpPr/>
          <p:nvPr/>
        </p:nvSpPr>
        <p:spPr>
          <a:xfrm>
            <a:off x="544244" y="4114801"/>
            <a:ext cx="6407459" cy="2292428"/>
          </a:xfrm>
          <a:prstGeom prst="rect">
            <a:avLst/>
          </a:prstGeom>
          <a:noFill/>
          <a:ln/>
        </p:spPr>
        <p:txBody>
          <a:bodyPr wrap="square" lIns="0" tIns="0" rIns="0" bIns="0" rtlCol="0" anchor="t"/>
          <a:lstStyle/>
          <a:p>
            <a:pPr marL="0" indent="0" algn="l">
              <a:lnSpc>
                <a:spcPts val="2100"/>
              </a:lnSpc>
              <a:buNone/>
            </a:pPr>
            <a:r>
              <a:rPr lang="en-US" dirty="0">
                <a:solidFill>
                  <a:srgbClr val="E5E0DF"/>
                </a:solidFill>
                <a:highlight>
                  <a:srgbClr val="322F2F"/>
                </a:highlight>
                <a:latin typeface="Consolas" pitchFamily="34" charset="0"/>
                <a:ea typeface="Consolas" pitchFamily="34" charset="-122"/>
                <a:cs typeface="Consolas" pitchFamily="34" charset="-120"/>
              </a:rPr>
              <a:t>unique_cities = customers['customer_city'].unique()</a:t>
            </a:r>
            <a:endParaRPr lang="en-US" dirty="0"/>
          </a:p>
          <a:p>
            <a:pPr marL="0" indent="0" algn="l">
              <a:lnSpc>
                <a:spcPts val="2100"/>
              </a:lnSpc>
              <a:buNone/>
            </a:pPr>
            <a:r>
              <a:rPr lang="en-US" dirty="0">
                <a:solidFill>
                  <a:srgbClr val="E5E0DF"/>
                </a:solidFill>
                <a:highlight>
                  <a:srgbClr val="322F2F"/>
                </a:highlight>
                <a:latin typeface="Consolas" pitchFamily="34" charset="0"/>
                <a:ea typeface="Consolas" pitchFamily="34" charset="-122"/>
                <a:cs typeface="Consolas" pitchFamily="34" charset="-120"/>
              </a:rPr>
              <a:t>unique_cities = customers[['customer_city']].drop_duplicates()</a:t>
            </a:r>
            <a:endParaRPr lang="en-US" dirty="0"/>
          </a:p>
          <a:p>
            <a:pPr marL="0" indent="0" algn="l">
              <a:lnSpc>
                <a:spcPts val="2100"/>
              </a:lnSpc>
              <a:buNone/>
            </a:pPr>
            <a:r>
              <a:rPr lang="en-US" dirty="0">
                <a:solidFill>
                  <a:srgbClr val="E5E0DF"/>
                </a:solidFill>
                <a:highlight>
                  <a:srgbClr val="322F2F"/>
                </a:highlight>
                <a:latin typeface="Consolas" pitchFamily="34" charset="0"/>
                <a:ea typeface="Consolas" pitchFamily="34" charset="-122"/>
                <a:cs typeface="Consolas" pitchFamily="34" charset="-120"/>
              </a:rPr>
              <a:t>unique_cities.index = range(1, len(unique_cities) + 1)</a:t>
            </a:r>
            <a:endParaRPr lang="en-US" dirty="0"/>
          </a:p>
          <a:p>
            <a:pPr marL="0" indent="0" algn="l">
              <a:lnSpc>
                <a:spcPts val="2100"/>
              </a:lnSpc>
              <a:buNone/>
            </a:pPr>
            <a:r>
              <a:rPr lang="en-US" dirty="0">
                <a:solidFill>
                  <a:srgbClr val="E5E0DF"/>
                </a:solidFill>
                <a:highlight>
                  <a:srgbClr val="322F2F"/>
                </a:highlight>
                <a:latin typeface="Consolas" pitchFamily="34" charset="0"/>
                <a:ea typeface="Consolas" pitchFamily="34" charset="-122"/>
                <a:cs typeface="Consolas" pitchFamily="34" charset="-120"/>
              </a:rPr>
              <a:t>unique_cities</a:t>
            </a:r>
            <a:endParaRPr lang="en-US" dirty="0"/>
          </a:p>
        </p:txBody>
      </p:sp>
      <p:pic>
        <p:nvPicPr>
          <p:cNvPr id="15" name="Image 1" descr="preencoded.png"/>
          <p:cNvPicPr>
            <a:picLocks noChangeAspect="1"/>
          </p:cNvPicPr>
          <p:nvPr/>
        </p:nvPicPr>
        <p:blipFill>
          <a:blip r:embed="rId4"/>
          <a:stretch>
            <a:fillRect/>
          </a:stretch>
        </p:blipFill>
        <p:spPr>
          <a:xfrm>
            <a:off x="8312718" y="4114800"/>
            <a:ext cx="4456798" cy="3275467"/>
          </a:xfrm>
          <a:prstGeom prst="rect">
            <a:avLst/>
          </a:prstGeom>
        </p:spPr>
      </p:pic>
      <p:sp>
        <p:nvSpPr>
          <p:cNvPr id="16" name="Text 12"/>
          <p:cNvSpPr/>
          <p:nvPr/>
        </p:nvSpPr>
        <p:spPr>
          <a:xfrm>
            <a:off x="2328148" y="7046595"/>
            <a:ext cx="9974104" cy="268010"/>
          </a:xfrm>
          <a:prstGeom prst="rect">
            <a:avLst/>
          </a:prstGeom>
          <a:noFill/>
          <a:ln/>
        </p:spPr>
        <p:txBody>
          <a:bodyPr wrap="none" lIns="0" tIns="0" rIns="0" bIns="0" rtlCol="0" anchor="t"/>
          <a:lstStyle/>
          <a:p>
            <a:pPr marL="0" indent="0" algn="l">
              <a:lnSpc>
                <a:spcPts val="2100"/>
              </a:lnSpc>
              <a:buNone/>
            </a:pPr>
            <a:endParaRPr lang="en-US" sz="1300" dirty="0"/>
          </a:p>
        </p:txBody>
      </p:sp>
      <p:sp>
        <p:nvSpPr>
          <p:cNvPr id="17" name="Text 13"/>
          <p:cNvSpPr/>
          <p:nvPr/>
        </p:nvSpPr>
        <p:spPr>
          <a:xfrm>
            <a:off x="2328148" y="7503081"/>
            <a:ext cx="9974104" cy="268010"/>
          </a:xfrm>
          <a:prstGeom prst="rect">
            <a:avLst/>
          </a:prstGeom>
          <a:noFill/>
          <a:ln/>
        </p:spPr>
        <p:txBody>
          <a:bodyPr wrap="none" lIns="0" tIns="0" rIns="0" bIns="0" rtlCol="0" anchor="t"/>
          <a:lstStyle/>
          <a:p>
            <a:pPr marL="0" indent="0" algn="l">
              <a:lnSpc>
                <a:spcPts val="2100"/>
              </a:lnSpc>
              <a:buNone/>
            </a:pPr>
            <a:endParaRPr lang="en-US" sz="1300" dirty="0"/>
          </a:p>
        </p:txBody>
      </p:sp>
      <p:sp>
        <p:nvSpPr>
          <p:cNvPr id="21" name="Rectangle 20">
            <a:extLst>
              <a:ext uri="{FF2B5EF4-FFF2-40B4-BE49-F238E27FC236}">
                <a16:creationId xmlns:a16="http://schemas.microsoft.com/office/drawing/2014/main" id="{A4474E4D-7FD3-5920-32B8-1343AF8A1351}"/>
              </a:ext>
            </a:extLst>
          </p:cNvPr>
          <p:cNvSpPr/>
          <p:nvPr/>
        </p:nvSpPr>
        <p:spPr>
          <a:xfrm>
            <a:off x="12769516" y="7717297"/>
            <a:ext cx="1748589" cy="458509"/>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ECF5C1C7-0887-7443-D8F0-781BB87AA379}"/>
              </a:ext>
            </a:extLst>
          </p:cNvPr>
          <p:cNvSpPr/>
          <p:nvPr/>
        </p:nvSpPr>
        <p:spPr>
          <a:xfrm>
            <a:off x="401056" y="2296240"/>
            <a:ext cx="6642446" cy="1240750"/>
          </a:xfrm>
          <a:prstGeom prst="roundRect">
            <a:avLst>
              <a:gd name="adj" fmla="val 0"/>
            </a:avLst>
          </a:prstGeom>
          <a:solidFill>
            <a:srgbClr val="322F2F"/>
          </a:solidFill>
          <a:ln/>
        </p:spPr>
      </p:sp>
      <p:sp>
        <p:nvSpPr>
          <p:cNvPr id="2" name="Shape 0"/>
          <p:cNvSpPr/>
          <p:nvPr/>
        </p:nvSpPr>
        <p:spPr>
          <a:xfrm>
            <a:off x="401054" y="220623"/>
            <a:ext cx="1748588" cy="481132"/>
          </a:xfrm>
          <a:prstGeom prst="roundRect">
            <a:avLst>
              <a:gd name="adj" fmla="val 17878"/>
            </a:avLst>
          </a:prstGeom>
          <a:solidFill>
            <a:srgbClr val="4C0124"/>
          </a:solidFill>
          <a:ln/>
        </p:spPr>
      </p:sp>
      <p:sp>
        <p:nvSpPr>
          <p:cNvPr id="3" name="Text 1"/>
          <p:cNvSpPr/>
          <p:nvPr/>
        </p:nvSpPr>
        <p:spPr>
          <a:xfrm>
            <a:off x="529390" y="267772"/>
            <a:ext cx="1475873" cy="320398"/>
          </a:xfrm>
          <a:prstGeom prst="rect">
            <a:avLst/>
          </a:prstGeom>
          <a:noFill/>
          <a:ln/>
        </p:spPr>
        <p:txBody>
          <a:bodyPr wrap="none" lIns="0" tIns="0" rIns="0" bIns="0" rtlCol="0" anchor="t"/>
          <a:lstStyle/>
          <a:p>
            <a:pPr marL="0" indent="0" algn="l">
              <a:lnSpc>
                <a:spcPts val="20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401055" y="911901"/>
            <a:ext cx="6015788" cy="560784"/>
          </a:xfrm>
          <a:prstGeom prst="rect">
            <a:avLst/>
          </a:prstGeom>
          <a:noFill/>
          <a:ln/>
        </p:spPr>
        <p:txBody>
          <a:bodyPr wrap="none" lIns="0" tIns="0" rIns="0" bIns="0" rtlCol="0" anchor="t"/>
          <a:lstStyle/>
          <a:p>
            <a:pPr marL="0" indent="0" algn="l">
              <a:lnSpc>
                <a:spcPts val="3150"/>
              </a:lnSpc>
              <a:buNone/>
            </a:pPr>
            <a:r>
              <a:rPr lang="en-US" sz="2400" dirty="0">
                <a:solidFill>
                  <a:srgbClr val="E5E0DF"/>
                </a:solidFill>
                <a:latin typeface="Overpass" pitchFamily="34" charset="0"/>
                <a:ea typeface="Overpass" pitchFamily="34" charset="-122"/>
                <a:cs typeface="Overpass" pitchFamily="34" charset="-120"/>
              </a:rPr>
              <a:t>Q2. Count the number of orders placed in 2017</a:t>
            </a:r>
            <a:endParaRPr lang="en-US" sz="2400" dirty="0"/>
          </a:p>
        </p:txBody>
      </p:sp>
      <p:sp>
        <p:nvSpPr>
          <p:cNvPr id="5" name="Text 3"/>
          <p:cNvSpPr/>
          <p:nvPr/>
        </p:nvSpPr>
        <p:spPr>
          <a:xfrm>
            <a:off x="529390" y="1538288"/>
            <a:ext cx="1475873" cy="419101"/>
          </a:xfrm>
          <a:prstGeom prst="rect">
            <a:avLst/>
          </a:prstGeom>
          <a:noFill/>
          <a:ln/>
        </p:spPr>
        <p:txBody>
          <a:bodyPr wrap="none" lIns="0" tIns="0" rIns="0" bIns="0" rtlCol="0" anchor="t"/>
          <a:lstStyle/>
          <a:p>
            <a:pPr marL="0" indent="0" algn="l">
              <a:lnSpc>
                <a:spcPts val="250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529390" y="2458640"/>
            <a:ext cx="6541494" cy="1078349"/>
          </a:xfrm>
          <a:prstGeom prst="rect">
            <a:avLst/>
          </a:prstGeom>
          <a:noFill/>
          <a:ln/>
        </p:spPr>
        <p:txBody>
          <a:bodyPr wrap="square" lIns="0" tIns="0" rIns="0" bIns="0" rtlCol="0" anchor="t"/>
          <a:lstStyle/>
          <a:p>
            <a:pPr marL="0" indent="0" algn="l">
              <a:lnSpc>
                <a:spcPts val="2500"/>
              </a:lnSpc>
              <a:buNone/>
            </a:pPr>
            <a:r>
              <a:rPr lang="en-US" sz="2000" dirty="0">
                <a:solidFill>
                  <a:srgbClr val="E5E0DF"/>
                </a:solidFill>
                <a:latin typeface="Overpass" pitchFamily="34" charset="0"/>
                <a:ea typeface="Overpass" pitchFamily="34" charset="-122"/>
                <a:cs typeface="Overpass" pitchFamily="34" charset="-120"/>
              </a:rPr>
              <a:t>SELECT COUNT(*) AS total_orders_2017 FROM orders WHERE YEAR(order_purchase_timestamp) = 2017;</a:t>
            </a:r>
            <a:endParaRPr lang="en-US" sz="2000" dirty="0"/>
          </a:p>
        </p:txBody>
      </p:sp>
      <p:pic>
        <p:nvPicPr>
          <p:cNvPr id="7" name="Image 0" descr="preencoded.png"/>
          <p:cNvPicPr>
            <a:picLocks noChangeAspect="1"/>
          </p:cNvPicPr>
          <p:nvPr/>
        </p:nvPicPr>
        <p:blipFill>
          <a:blip r:embed="rId3"/>
          <a:stretch>
            <a:fillRect/>
          </a:stretch>
        </p:blipFill>
        <p:spPr>
          <a:xfrm>
            <a:off x="7566898" y="957727"/>
            <a:ext cx="4800649" cy="2135354"/>
          </a:xfrm>
          <a:prstGeom prst="rect">
            <a:avLst/>
          </a:prstGeom>
        </p:spPr>
      </p:pic>
      <p:sp>
        <p:nvSpPr>
          <p:cNvPr id="8" name="Text 5"/>
          <p:cNvSpPr/>
          <p:nvPr/>
        </p:nvSpPr>
        <p:spPr>
          <a:xfrm>
            <a:off x="401054" y="3759758"/>
            <a:ext cx="1604209" cy="426003"/>
          </a:xfrm>
          <a:prstGeom prst="rect">
            <a:avLst/>
          </a:prstGeom>
          <a:noFill/>
          <a:ln/>
        </p:spPr>
        <p:txBody>
          <a:bodyPr wrap="none" lIns="0" tIns="0" rIns="0" bIns="0" rtlCol="0" anchor="t"/>
          <a:lstStyle/>
          <a:p>
            <a:pPr marL="0" indent="0" algn="l">
              <a:lnSpc>
                <a:spcPts val="250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1354574" y="4468654"/>
            <a:ext cx="5716310" cy="2222659"/>
          </a:xfrm>
          <a:prstGeom prst="roundRect">
            <a:avLst>
              <a:gd name="adj" fmla="val 3784"/>
            </a:avLst>
          </a:prstGeom>
          <a:solidFill>
            <a:srgbClr val="322F2F"/>
          </a:solidFill>
          <a:ln/>
        </p:spPr>
      </p:sp>
      <p:sp>
        <p:nvSpPr>
          <p:cNvPr id="10" name="Shape 7"/>
          <p:cNvSpPr/>
          <p:nvPr/>
        </p:nvSpPr>
        <p:spPr>
          <a:xfrm>
            <a:off x="401054" y="4468654"/>
            <a:ext cx="6679831" cy="2608659"/>
          </a:xfrm>
          <a:prstGeom prst="roundRect">
            <a:avLst>
              <a:gd name="adj" fmla="val 1351"/>
            </a:avLst>
          </a:prstGeom>
          <a:solidFill>
            <a:srgbClr val="322F2F"/>
          </a:solidFill>
          <a:ln/>
        </p:spPr>
      </p:sp>
      <p:sp>
        <p:nvSpPr>
          <p:cNvPr id="11" name="Text 8"/>
          <p:cNvSpPr/>
          <p:nvPr/>
        </p:nvSpPr>
        <p:spPr>
          <a:xfrm>
            <a:off x="529390" y="4618792"/>
            <a:ext cx="6351351" cy="2222659"/>
          </a:xfrm>
          <a:prstGeom prst="rect">
            <a:avLst/>
          </a:prstGeom>
          <a:noFill/>
          <a:ln/>
        </p:spPr>
        <p:txBody>
          <a:bodyPr wrap="square" lIns="0" tIns="0" rIns="0" bIns="0" rtlCol="0" anchor="t"/>
          <a:lstStyle/>
          <a:p>
            <a:pPr marL="0" indent="0" algn="l">
              <a:lnSpc>
                <a:spcPts val="2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plt.figure(figsize=(4,4))</a:t>
            </a:r>
            <a:endParaRPr lang="en-US" sz="2000" dirty="0"/>
          </a:p>
          <a:p>
            <a:pPr marL="0" indent="0" algn="l">
              <a:lnSpc>
                <a:spcPts val="2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plt.bar(['2017'], [count_2017])</a:t>
            </a:r>
            <a:endParaRPr lang="en-US" sz="2000" dirty="0"/>
          </a:p>
          <a:p>
            <a:pPr marL="0" indent="0" algn="l">
              <a:lnSpc>
                <a:spcPts val="2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plt.title('Orders in 2017')</a:t>
            </a:r>
            <a:endParaRPr lang="en-US" sz="2000" dirty="0"/>
          </a:p>
          <a:p>
            <a:pPr marL="0" indent="0" algn="l">
              <a:lnSpc>
                <a:spcPts val="2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 labels=[count_2017], fontsize=9)</a:t>
            </a:r>
            <a:endParaRPr lang="en-US" sz="2000" dirty="0"/>
          </a:p>
          <a:p>
            <a:pPr marL="0" indent="0" algn="l">
              <a:lnSpc>
                <a:spcPts val="2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7586900" y="3536990"/>
            <a:ext cx="5038237" cy="4093104"/>
          </a:xfrm>
          <a:prstGeom prst="rect">
            <a:avLst/>
          </a:prstGeom>
        </p:spPr>
      </p:pic>
      <p:sp>
        <p:nvSpPr>
          <p:cNvPr id="13" name="Text 9"/>
          <p:cNvSpPr/>
          <p:nvPr/>
        </p:nvSpPr>
        <p:spPr>
          <a:xfrm>
            <a:off x="1354574" y="7360206"/>
            <a:ext cx="11921133" cy="320397"/>
          </a:xfrm>
          <a:prstGeom prst="rect">
            <a:avLst/>
          </a:prstGeom>
          <a:noFill/>
          <a:ln/>
        </p:spPr>
        <p:txBody>
          <a:bodyPr wrap="none" lIns="0" tIns="0" rIns="0" bIns="0" rtlCol="0" anchor="t"/>
          <a:lstStyle/>
          <a:p>
            <a:pPr marL="0" indent="0" algn="l">
              <a:lnSpc>
                <a:spcPts val="2500"/>
              </a:lnSpc>
              <a:buNone/>
            </a:pP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17819BAE-6CC2-9092-42F6-66F364B0CD4F}"/>
              </a:ext>
            </a:extLst>
          </p:cNvPr>
          <p:cNvSpPr/>
          <p:nvPr/>
        </p:nvSpPr>
        <p:spPr>
          <a:xfrm>
            <a:off x="326953" y="1945719"/>
            <a:ext cx="6784889" cy="1904882"/>
          </a:xfrm>
          <a:prstGeom prst="roundRect">
            <a:avLst>
              <a:gd name="adj" fmla="val 1352"/>
            </a:avLst>
          </a:prstGeom>
          <a:solidFill>
            <a:srgbClr val="322F2F"/>
          </a:solidFill>
          <a:ln/>
        </p:spPr>
        <p:txBody>
          <a:bodyPr/>
          <a:lstStyle/>
          <a:p>
            <a:endParaRPr lang="en-IN" dirty="0"/>
          </a:p>
        </p:txBody>
      </p:sp>
      <p:sp>
        <p:nvSpPr>
          <p:cNvPr id="2" name="Shape 0"/>
          <p:cNvSpPr/>
          <p:nvPr/>
        </p:nvSpPr>
        <p:spPr>
          <a:xfrm>
            <a:off x="326952" y="185380"/>
            <a:ext cx="1760452" cy="362903"/>
          </a:xfrm>
          <a:prstGeom prst="roundRect">
            <a:avLst>
              <a:gd name="adj" fmla="val 17877"/>
            </a:avLst>
          </a:prstGeom>
          <a:solidFill>
            <a:srgbClr val="4C0124"/>
          </a:solidFill>
          <a:ln/>
        </p:spPr>
      </p:sp>
      <p:sp>
        <p:nvSpPr>
          <p:cNvPr id="3" name="Text 1"/>
          <p:cNvSpPr/>
          <p:nvPr/>
        </p:nvSpPr>
        <p:spPr>
          <a:xfrm>
            <a:off x="481263" y="236101"/>
            <a:ext cx="1433857" cy="290274"/>
          </a:xfrm>
          <a:prstGeom prst="rect">
            <a:avLst/>
          </a:prstGeom>
          <a:noFill/>
          <a:ln/>
        </p:spPr>
        <p:txBody>
          <a:bodyPr wrap="none" lIns="0" tIns="0" rIns="0" bIns="0" rtlCol="0" anchor="t"/>
          <a:lstStyle/>
          <a:p>
            <a:pPr marL="0" indent="0" algn="l">
              <a:lnSpc>
                <a:spcPts val="18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326952" y="684253"/>
            <a:ext cx="6073848" cy="658415"/>
          </a:xfrm>
          <a:prstGeom prst="rect">
            <a:avLst/>
          </a:prstGeom>
          <a:noFill/>
          <a:ln/>
        </p:spPr>
        <p:txBody>
          <a:bodyPr wrap="none" lIns="0" tIns="0" rIns="0" bIns="0" rtlCol="0" anchor="t"/>
          <a:lstStyle/>
          <a:p>
            <a:pPr marL="0" indent="0" algn="l">
              <a:lnSpc>
                <a:spcPts val="2850"/>
              </a:lnSpc>
              <a:buNone/>
            </a:pPr>
            <a:r>
              <a:rPr lang="en-US" sz="2400" dirty="0">
                <a:solidFill>
                  <a:srgbClr val="E5E0DF"/>
                </a:solidFill>
                <a:latin typeface="Overpass" pitchFamily="34" charset="0"/>
                <a:ea typeface="Overpass" pitchFamily="34" charset="-122"/>
                <a:cs typeface="Overpass" pitchFamily="34" charset="-120"/>
              </a:rPr>
              <a:t>Q3. Find the total sales per category</a:t>
            </a:r>
            <a:endParaRPr lang="en-US" sz="2400" dirty="0"/>
          </a:p>
        </p:txBody>
      </p:sp>
      <p:sp>
        <p:nvSpPr>
          <p:cNvPr id="5" name="Text 3"/>
          <p:cNvSpPr/>
          <p:nvPr/>
        </p:nvSpPr>
        <p:spPr>
          <a:xfrm>
            <a:off x="326953" y="1342668"/>
            <a:ext cx="1405596" cy="398977"/>
          </a:xfrm>
          <a:prstGeom prst="rect">
            <a:avLst/>
          </a:prstGeom>
          <a:noFill/>
          <a:ln/>
        </p:spPr>
        <p:txBody>
          <a:bodyPr wrap="none" lIns="0" tIns="0" rIns="0" bIns="0" rtlCol="0" anchor="t"/>
          <a:lstStyle/>
          <a:p>
            <a:pPr marL="0" indent="0" algn="l">
              <a:lnSpc>
                <a:spcPts val="225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481264" y="2001083"/>
            <a:ext cx="6612480" cy="1533050"/>
          </a:xfrm>
          <a:prstGeom prst="rect">
            <a:avLst/>
          </a:prstGeom>
          <a:noFill/>
          <a:ln/>
        </p:spPr>
        <p:txBody>
          <a:bodyPr wrap="square" lIns="0" tIns="0" rIns="0" bIns="0" rtlCol="0" anchor="t"/>
          <a:lstStyle/>
          <a:p>
            <a:pPr marL="0" indent="0" algn="l">
              <a:lnSpc>
                <a:spcPts val="2250"/>
              </a:lnSpc>
              <a:buNone/>
            </a:pPr>
            <a:r>
              <a:rPr lang="en-US" sz="2000" dirty="0">
                <a:solidFill>
                  <a:srgbClr val="E5E0DF"/>
                </a:solidFill>
                <a:latin typeface="Overpass" pitchFamily="34" charset="0"/>
                <a:ea typeface="Overpass" pitchFamily="34" charset="-122"/>
                <a:cs typeface="Overpass" pitchFamily="34" charset="-120"/>
              </a:rPr>
              <a:t>SELECT products.product_category, SUM(order_items.price) AS total_sales FROM order_items JOIN products ON order_items.product_id = products.product_id GROUP BY products.product_category;</a:t>
            </a:r>
            <a:endParaRPr lang="en-US" sz="2000" dirty="0"/>
          </a:p>
        </p:txBody>
      </p:sp>
      <p:pic>
        <p:nvPicPr>
          <p:cNvPr id="7" name="Image 0" descr="preencoded.png"/>
          <p:cNvPicPr>
            <a:picLocks noChangeAspect="1"/>
          </p:cNvPicPr>
          <p:nvPr/>
        </p:nvPicPr>
        <p:blipFill>
          <a:blip r:embed="rId3"/>
          <a:stretch>
            <a:fillRect/>
          </a:stretch>
        </p:blipFill>
        <p:spPr>
          <a:xfrm>
            <a:off x="7848838" y="684253"/>
            <a:ext cx="5674656" cy="2593881"/>
          </a:xfrm>
          <a:prstGeom prst="rect">
            <a:avLst/>
          </a:prstGeom>
        </p:spPr>
      </p:pic>
      <p:sp>
        <p:nvSpPr>
          <p:cNvPr id="8" name="Text 5"/>
          <p:cNvSpPr/>
          <p:nvPr/>
        </p:nvSpPr>
        <p:spPr>
          <a:xfrm>
            <a:off x="326952" y="4054675"/>
            <a:ext cx="1902901" cy="398977"/>
          </a:xfrm>
          <a:prstGeom prst="rect">
            <a:avLst/>
          </a:prstGeom>
          <a:noFill/>
          <a:ln/>
        </p:spPr>
        <p:txBody>
          <a:bodyPr wrap="none" lIns="0" tIns="0" rIns="0" bIns="0" rtlCol="0" anchor="t"/>
          <a:lstStyle/>
          <a:p>
            <a:pPr marL="0" indent="0" algn="l">
              <a:lnSpc>
                <a:spcPts val="225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1915120" y="4873347"/>
            <a:ext cx="5178623" cy="2013585"/>
          </a:xfrm>
          <a:prstGeom prst="roundRect">
            <a:avLst>
              <a:gd name="adj" fmla="val 3784"/>
            </a:avLst>
          </a:prstGeom>
          <a:solidFill>
            <a:srgbClr val="322F2F"/>
          </a:solidFill>
          <a:ln/>
        </p:spPr>
      </p:sp>
      <p:sp>
        <p:nvSpPr>
          <p:cNvPr id="10" name="Shape 7"/>
          <p:cNvSpPr/>
          <p:nvPr/>
        </p:nvSpPr>
        <p:spPr>
          <a:xfrm>
            <a:off x="317906" y="4873347"/>
            <a:ext cx="6784888" cy="2810821"/>
          </a:xfrm>
          <a:prstGeom prst="roundRect">
            <a:avLst>
              <a:gd name="adj" fmla="val 1352"/>
            </a:avLst>
          </a:prstGeom>
          <a:solidFill>
            <a:srgbClr val="322F2F"/>
          </a:solidFill>
          <a:ln/>
        </p:spPr>
      </p:sp>
      <p:sp>
        <p:nvSpPr>
          <p:cNvPr id="11" name="Text 8"/>
          <p:cNvSpPr/>
          <p:nvPr/>
        </p:nvSpPr>
        <p:spPr>
          <a:xfrm>
            <a:off x="481262" y="5009317"/>
            <a:ext cx="6440199" cy="1741646"/>
          </a:xfrm>
          <a:prstGeom prst="rect">
            <a:avLst/>
          </a:prstGeom>
          <a:noFill/>
          <a:ln/>
        </p:spPr>
        <p:txBody>
          <a:bodyPr wrap="square" lIns="0" tIns="0" rIns="0" bIns="0" rtlCol="0" anchor="t"/>
          <a:lstStyle/>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sales_cat.plot(kind='bar')</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plt.title('Top 10 Product Categories by Sales')</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plt.bar_label(bars.containers[0], fmt='%.0f', fontsize=8)</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7676673" y="3683709"/>
            <a:ext cx="5846821" cy="38486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46CDC1FB-A436-D883-BCE7-17ED298610D6}"/>
              </a:ext>
            </a:extLst>
          </p:cNvPr>
          <p:cNvSpPr/>
          <p:nvPr/>
        </p:nvSpPr>
        <p:spPr>
          <a:xfrm>
            <a:off x="262269" y="1975249"/>
            <a:ext cx="6837547" cy="1592339"/>
          </a:xfrm>
          <a:prstGeom prst="roundRect">
            <a:avLst>
              <a:gd name="adj" fmla="val 1351"/>
            </a:avLst>
          </a:prstGeom>
          <a:solidFill>
            <a:srgbClr val="322F2F"/>
          </a:solidFill>
          <a:ln/>
        </p:spPr>
      </p:sp>
      <p:sp>
        <p:nvSpPr>
          <p:cNvPr id="2" name="Shape 0"/>
          <p:cNvSpPr/>
          <p:nvPr/>
        </p:nvSpPr>
        <p:spPr>
          <a:xfrm>
            <a:off x="262269" y="163988"/>
            <a:ext cx="1747030" cy="435850"/>
          </a:xfrm>
          <a:prstGeom prst="roundRect">
            <a:avLst>
              <a:gd name="adj" fmla="val 17888"/>
            </a:avLst>
          </a:prstGeom>
          <a:solidFill>
            <a:srgbClr val="4C0124"/>
          </a:solidFill>
          <a:ln/>
        </p:spPr>
      </p:sp>
      <p:sp>
        <p:nvSpPr>
          <p:cNvPr id="3" name="Text 1"/>
          <p:cNvSpPr/>
          <p:nvPr/>
        </p:nvSpPr>
        <p:spPr>
          <a:xfrm>
            <a:off x="401053" y="253960"/>
            <a:ext cx="1240512" cy="345878"/>
          </a:xfrm>
          <a:prstGeom prst="rect">
            <a:avLst/>
          </a:prstGeom>
          <a:noFill/>
          <a:ln/>
        </p:spPr>
        <p:txBody>
          <a:bodyPr wrap="none" lIns="0" tIns="0" rIns="0" bIns="0" rtlCol="0" anchor="t"/>
          <a:lstStyle/>
          <a:p>
            <a:pPr marL="0" indent="0" algn="l">
              <a:lnSpc>
                <a:spcPts val="185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262269" y="806887"/>
            <a:ext cx="7397397" cy="620553"/>
          </a:xfrm>
          <a:prstGeom prst="rect">
            <a:avLst/>
          </a:prstGeom>
          <a:noFill/>
          <a:ln/>
        </p:spPr>
        <p:txBody>
          <a:bodyPr wrap="none" lIns="0" tIns="0" rIns="0" bIns="0" rtlCol="0" anchor="t"/>
          <a:lstStyle/>
          <a:p>
            <a:pPr marL="0" indent="0" algn="l">
              <a:lnSpc>
                <a:spcPts val="2850"/>
              </a:lnSpc>
              <a:buNone/>
            </a:pPr>
            <a:r>
              <a:rPr lang="en-US" sz="2400" dirty="0">
                <a:solidFill>
                  <a:srgbClr val="E5E0DF"/>
                </a:solidFill>
                <a:latin typeface="Overpass" pitchFamily="34" charset="0"/>
                <a:ea typeface="Overpass" pitchFamily="34" charset="-122"/>
                <a:cs typeface="Overpass" pitchFamily="34" charset="-120"/>
              </a:rPr>
              <a:t>Q4. Calculate the percentage of orders that were paid in installments.</a:t>
            </a:r>
            <a:endParaRPr lang="en-US" sz="2400" dirty="0"/>
          </a:p>
        </p:txBody>
      </p:sp>
      <p:sp>
        <p:nvSpPr>
          <p:cNvPr id="5" name="Text 3"/>
          <p:cNvSpPr/>
          <p:nvPr/>
        </p:nvSpPr>
        <p:spPr>
          <a:xfrm>
            <a:off x="262269" y="1468518"/>
            <a:ext cx="1572127" cy="368737"/>
          </a:xfrm>
          <a:prstGeom prst="rect">
            <a:avLst/>
          </a:prstGeom>
          <a:noFill/>
          <a:ln/>
        </p:spPr>
        <p:txBody>
          <a:bodyPr wrap="none" lIns="0" tIns="0" rIns="0" bIns="0" rtlCol="0" anchor="t"/>
          <a:lstStyle/>
          <a:p>
            <a:pPr marL="0" indent="0" algn="l">
              <a:lnSpc>
                <a:spcPts val="2300"/>
              </a:lnSpc>
              <a:buNone/>
            </a:pPr>
            <a:r>
              <a:rPr lang="en-US" sz="2000" dirty="0">
                <a:solidFill>
                  <a:srgbClr val="E5E0DF"/>
                </a:solidFill>
                <a:latin typeface="Overpass" pitchFamily="34" charset="0"/>
                <a:ea typeface="Overpass" pitchFamily="34" charset="-122"/>
                <a:cs typeface="Overpass" pitchFamily="34" charset="-120"/>
              </a:rPr>
              <a:t>SQL Query </a:t>
            </a:r>
            <a:endParaRPr lang="en-US" sz="2000" dirty="0"/>
          </a:p>
        </p:txBody>
      </p:sp>
      <p:sp>
        <p:nvSpPr>
          <p:cNvPr id="6" name="Text 4"/>
          <p:cNvSpPr/>
          <p:nvPr/>
        </p:nvSpPr>
        <p:spPr>
          <a:xfrm>
            <a:off x="401053" y="2260402"/>
            <a:ext cx="6514693" cy="1140524"/>
          </a:xfrm>
          <a:prstGeom prst="rect">
            <a:avLst/>
          </a:prstGeom>
          <a:noFill/>
          <a:ln/>
        </p:spPr>
        <p:txBody>
          <a:bodyPr wrap="square" lIns="0" tIns="0" rIns="0" bIns="0" rtlCol="0" anchor="t"/>
          <a:lstStyle/>
          <a:p>
            <a:pPr marL="0" indent="0" algn="l">
              <a:lnSpc>
                <a:spcPts val="2300"/>
              </a:lnSpc>
              <a:buNone/>
            </a:pPr>
            <a:r>
              <a:rPr lang="en-US" sz="2000" dirty="0">
                <a:solidFill>
                  <a:srgbClr val="E5E0DF"/>
                </a:solidFill>
                <a:latin typeface="Overpass" pitchFamily="34" charset="0"/>
                <a:ea typeface="Overpass" pitchFamily="34" charset="-122"/>
                <a:cs typeface="Overpass" pitchFamily="34" charset="-120"/>
              </a:rPr>
              <a:t>SELECT (COUNT(CASE WHEN payment_installments &gt; 1 THEN 1 END) * 100.0 / COUNT(*)) AS installment_percentage FROM payments;</a:t>
            </a:r>
            <a:endParaRPr lang="en-US" sz="2000" dirty="0"/>
          </a:p>
        </p:txBody>
      </p:sp>
      <p:pic>
        <p:nvPicPr>
          <p:cNvPr id="7" name="Image 0" descr="preencoded.png"/>
          <p:cNvPicPr>
            <a:picLocks noChangeAspect="1"/>
          </p:cNvPicPr>
          <p:nvPr/>
        </p:nvPicPr>
        <p:blipFill>
          <a:blip r:embed="rId3"/>
          <a:stretch>
            <a:fillRect/>
          </a:stretch>
        </p:blipFill>
        <p:spPr>
          <a:xfrm>
            <a:off x="8381561" y="1795124"/>
            <a:ext cx="4580460" cy="1740538"/>
          </a:xfrm>
          <a:prstGeom prst="rect">
            <a:avLst/>
          </a:prstGeom>
        </p:spPr>
      </p:pic>
      <p:sp>
        <p:nvSpPr>
          <p:cNvPr id="8" name="Text 5"/>
          <p:cNvSpPr/>
          <p:nvPr/>
        </p:nvSpPr>
        <p:spPr>
          <a:xfrm>
            <a:off x="262270" y="3852740"/>
            <a:ext cx="1572126" cy="469823"/>
          </a:xfrm>
          <a:prstGeom prst="rect">
            <a:avLst/>
          </a:prstGeom>
          <a:noFill/>
          <a:ln/>
        </p:spPr>
        <p:txBody>
          <a:bodyPr wrap="none" lIns="0" tIns="0" rIns="0" bIns="0" rtlCol="0" anchor="t"/>
          <a:lstStyle/>
          <a:p>
            <a:pPr marL="0" indent="0" algn="l">
              <a:lnSpc>
                <a:spcPts val="230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10" name="Shape 7"/>
          <p:cNvSpPr/>
          <p:nvPr/>
        </p:nvSpPr>
        <p:spPr>
          <a:xfrm>
            <a:off x="401053" y="4529614"/>
            <a:ext cx="6698763" cy="2898814"/>
          </a:xfrm>
          <a:prstGeom prst="roundRect">
            <a:avLst>
              <a:gd name="adj" fmla="val 1351"/>
            </a:avLst>
          </a:prstGeom>
          <a:solidFill>
            <a:srgbClr val="322F2F"/>
          </a:solidFill>
          <a:ln/>
        </p:spPr>
      </p:sp>
      <p:sp>
        <p:nvSpPr>
          <p:cNvPr id="11" name="Text 8"/>
          <p:cNvSpPr/>
          <p:nvPr/>
        </p:nvSpPr>
        <p:spPr>
          <a:xfrm>
            <a:off x="657727" y="4717017"/>
            <a:ext cx="6258020" cy="2504361"/>
          </a:xfrm>
          <a:prstGeom prst="rect">
            <a:avLst/>
          </a:prstGeom>
          <a:noFill/>
          <a:ln/>
        </p:spPr>
        <p:txBody>
          <a:bodyPr wrap="square" lIns="0" tIns="0" rIns="0" bIns="0" rtlCol="0" anchor="t"/>
          <a:lstStyle/>
          <a:p>
            <a:pPr marL="0" indent="0" algn="l">
              <a:lnSpc>
                <a:spcPts val="23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plt.figure(figsize=(4,4))</a:t>
            </a:r>
            <a:endParaRPr lang="en-US" sz="2000" dirty="0"/>
          </a:p>
          <a:p>
            <a:pPr marL="0" indent="0" algn="l">
              <a:lnSpc>
                <a:spcPts val="23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plt.bar(['Installments'], [installment_pct])</a:t>
            </a:r>
            <a:endParaRPr lang="en-US" sz="2000" dirty="0"/>
          </a:p>
          <a:p>
            <a:pPr marL="0" indent="0" algn="l">
              <a:lnSpc>
                <a:spcPts val="23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plt.title('Orders Paid in Installments (%)')</a:t>
            </a:r>
            <a:endParaRPr lang="en-US" sz="2000" dirty="0"/>
          </a:p>
          <a:p>
            <a:pPr marL="0" indent="0" algn="l">
              <a:lnSpc>
                <a:spcPts val="23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 fmt='%.2f%%', fontsize=9)</a:t>
            </a:r>
            <a:endParaRPr lang="en-US" sz="2000" dirty="0"/>
          </a:p>
          <a:p>
            <a:pPr marL="0" indent="0" algn="l">
              <a:lnSpc>
                <a:spcPts val="23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3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8533159" y="4087651"/>
            <a:ext cx="4259618" cy="3385656"/>
          </a:xfrm>
          <a:prstGeom prst="rect">
            <a:avLst/>
          </a:prstGeom>
        </p:spPr>
      </p:pic>
      <p:sp>
        <p:nvSpPr>
          <p:cNvPr id="13" name="Text 9"/>
          <p:cNvSpPr/>
          <p:nvPr/>
        </p:nvSpPr>
        <p:spPr>
          <a:xfrm>
            <a:off x="1834396" y="7428428"/>
            <a:ext cx="10961608" cy="294680"/>
          </a:xfrm>
          <a:prstGeom prst="rect">
            <a:avLst/>
          </a:prstGeom>
          <a:noFill/>
          <a:ln/>
        </p:spPr>
        <p:txBody>
          <a:bodyPr wrap="none" lIns="0" tIns="0" rIns="0" bIns="0" rtlCol="0" anchor="t"/>
          <a:lstStyle/>
          <a:p>
            <a:pPr marL="0" indent="0" algn="l">
              <a:lnSpc>
                <a:spcPts val="2300"/>
              </a:lnSpc>
              <a:buNone/>
            </a:pP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FA98DD81-8F76-E2B8-66F9-4BB72028892B}"/>
              </a:ext>
            </a:extLst>
          </p:cNvPr>
          <p:cNvSpPr/>
          <p:nvPr/>
        </p:nvSpPr>
        <p:spPr>
          <a:xfrm>
            <a:off x="336884" y="1918792"/>
            <a:ext cx="6758884" cy="1744329"/>
          </a:xfrm>
          <a:prstGeom prst="roundRect">
            <a:avLst>
              <a:gd name="adj" fmla="val 1352"/>
            </a:avLst>
          </a:prstGeom>
          <a:solidFill>
            <a:srgbClr val="322F2F"/>
          </a:solidFill>
          <a:ln/>
        </p:spPr>
      </p:sp>
      <p:sp>
        <p:nvSpPr>
          <p:cNvPr id="2" name="Shape 0"/>
          <p:cNvSpPr/>
          <p:nvPr/>
        </p:nvSpPr>
        <p:spPr>
          <a:xfrm>
            <a:off x="336884" y="166559"/>
            <a:ext cx="1491916" cy="507207"/>
          </a:xfrm>
          <a:prstGeom prst="roundRect">
            <a:avLst>
              <a:gd name="adj" fmla="val 17877"/>
            </a:avLst>
          </a:prstGeom>
          <a:solidFill>
            <a:srgbClr val="4C0124"/>
          </a:solidFill>
          <a:ln/>
        </p:spPr>
      </p:sp>
      <p:sp>
        <p:nvSpPr>
          <p:cNvPr id="3" name="Text 1"/>
          <p:cNvSpPr/>
          <p:nvPr/>
        </p:nvSpPr>
        <p:spPr>
          <a:xfrm>
            <a:off x="336884" y="335629"/>
            <a:ext cx="1491916" cy="338138"/>
          </a:xfrm>
          <a:prstGeom prst="rect">
            <a:avLst/>
          </a:prstGeom>
          <a:noFill/>
          <a:ln/>
        </p:spPr>
        <p:txBody>
          <a:bodyPr wrap="none" lIns="0" tIns="0" rIns="0" bIns="0" rtlCol="0" anchor="t"/>
          <a:lstStyle/>
          <a:p>
            <a:pPr marL="0" indent="0" algn="l">
              <a:lnSpc>
                <a:spcPts val="18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336884" y="871657"/>
            <a:ext cx="7188821" cy="523280"/>
          </a:xfrm>
          <a:prstGeom prst="rect">
            <a:avLst/>
          </a:prstGeom>
          <a:noFill/>
          <a:ln/>
        </p:spPr>
        <p:txBody>
          <a:bodyPr wrap="none" lIns="0" tIns="0" rIns="0" bIns="0" rtlCol="0" anchor="t"/>
          <a:lstStyle/>
          <a:p>
            <a:pPr marL="0" indent="0" algn="l">
              <a:lnSpc>
                <a:spcPts val="2800"/>
              </a:lnSpc>
              <a:buNone/>
            </a:pPr>
            <a:r>
              <a:rPr lang="en-US" sz="2400" dirty="0">
                <a:solidFill>
                  <a:srgbClr val="E5E0DF"/>
                </a:solidFill>
                <a:latin typeface="Overpass" pitchFamily="34" charset="0"/>
                <a:ea typeface="Overpass" pitchFamily="34" charset="-122"/>
                <a:cs typeface="Overpass" pitchFamily="34" charset="-120"/>
              </a:rPr>
              <a:t>Q5. Count the number of customers from each state.</a:t>
            </a:r>
            <a:endParaRPr lang="en-US" sz="2400" dirty="0"/>
          </a:p>
        </p:txBody>
      </p:sp>
      <p:sp>
        <p:nvSpPr>
          <p:cNvPr id="5" name="Text 3"/>
          <p:cNvSpPr/>
          <p:nvPr/>
        </p:nvSpPr>
        <p:spPr>
          <a:xfrm>
            <a:off x="336885" y="1352540"/>
            <a:ext cx="1235241" cy="363965"/>
          </a:xfrm>
          <a:prstGeom prst="rect">
            <a:avLst/>
          </a:prstGeom>
          <a:noFill/>
          <a:ln/>
        </p:spPr>
        <p:txBody>
          <a:bodyPr wrap="none" lIns="0" tIns="0" rIns="0" bIns="0" rtlCol="0" anchor="t"/>
          <a:lstStyle/>
          <a:p>
            <a:pPr marL="0" indent="0" algn="l">
              <a:lnSpc>
                <a:spcPts val="225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513347" y="2208609"/>
            <a:ext cx="6411447" cy="1240444"/>
          </a:xfrm>
          <a:prstGeom prst="rect">
            <a:avLst/>
          </a:prstGeom>
          <a:noFill/>
          <a:ln/>
        </p:spPr>
        <p:txBody>
          <a:bodyPr wrap="square" lIns="0" tIns="0" rIns="0" bIns="0" rtlCol="0" anchor="t"/>
          <a:lstStyle/>
          <a:p>
            <a:pPr marL="0" indent="0" algn="l">
              <a:lnSpc>
                <a:spcPts val="2250"/>
              </a:lnSpc>
              <a:buNone/>
            </a:pPr>
            <a:r>
              <a:rPr lang="en-US" sz="2000" dirty="0">
                <a:solidFill>
                  <a:srgbClr val="E5E0DF"/>
                </a:solidFill>
                <a:latin typeface="Overpass" pitchFamily="34" charset="0"/>
                <a:ea typeface="Overpass" pitchFamily="34" charset="-122"/>
                <a:cs typeface="Overpass" pitchFamily="34" charset="-120"/>
              </a:rPr>
              <a:t>SELECT customer_state, COUNT(*) AS total_customers FROM customers GROUP BY customer_state ORDER BY total_customers DESC;</a:t>
            </a:r>
            <a:endParaRPr lang="en-US" sz="2000" dirty="0"/>
          </a:p>
        </p:txBody>
      </p:sp>
      <p:pic>
        <p:nvPicPr>
          <p:cNvPr id="7" name="Image 0" descr="preencoded.png"/>
          <p:cNvPicPr>
            <a:picLocks noChangeAspect="1"/>
          </p:cNvPicPr>
          <p:nvPr/>
        </p:nvPicPr>
        <p:blipFill>
          <a:blip r:embed="rId3"/>
          <a:stretch>
            <a:fillRect/>
          </a:stretch>
        </p:blipFill>
        <p:spPr>
          <a:xfrm>
            <a:off x="7869011" y="871656"/>
            <a:ext cx="5445936" cy="2377507"/>
          </a:xfrm>
          <a:prstGeom prst="rect">
            <a:avLst/>
          </a:prstGeom>
        </p:spPr>
      </p:pic>
      <p:sp>
        <p:nvSpPr>
          <p:cNvPr id="8" name="Text 5"/>
          <p:cNvSpPr/>
          <p:nvPr/>
        </p:nvSpPr>
        <p:spPr>
          <a:xfrm>
            <a:off x="336886" y="3865408"/>
            <a:ext cx="1614430" cy="321568"/>
          </a:xfrm>
          <a:prstGeom prst="rect">
            <a:avLst/>
          </a:prstGeom>
          <a:noFill/>
          <a:ln/>
        </p:spPr>
        <p:txBody>
          <a:bodyPr wrap="none" lIns="0" tIns="0" rIns="0" bIns="0" rtlCol="0" anchor="t"/>
          <a:lstStyle/>
          <a:p>
            <a:pPr marL="0" indent="0" algn="l">
              <a:lnSpc>
                <a:spcPts val="225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1960245" y="4509373"/>
            <a:ext cx="5135523" cy="1996440"/>
          </a:xfrm>
          <a:prstGeom prst="roundRect">
            <a:avLst>
              <a:gd name="adj" fmla="val 3785"/>
            </a:avLst>
          </a:prstGeom>
          <a:solidFill>
            <a:srgbClr val="322F2F"/>
          </a:solidFill>
          <a:ln/>
        </p:spPr>
      </p:sp>
      <p:sp>
        <p:nvSpPr>
          <p:cNvPr id="10" name="Shape 7"/>
          <p:cNvSpPr/>
          <p:nvPr/>
        </p:nvSpPr>
        <p:spPr>
          <a:xfrm>
            <a:off x="336884" y="4509373"/>
            <a:ext cx="6767813" cy="2848570"/>
          </a:xfrm>
          <a:prstGeom prst="roundRect">
            <a:avLst>
              <a:gd name="adj" fmla="val 1352"/>
            </a:avLst>
          </a:prstGeom>
          <a:solidFill>
            <a:srgbClr val="322F2F"/>
          </a:solidFill>
          <a:ln/>
        </p:spPr>
      </p:sp>
      <p:sp>
        <p:nvSpPr>
          <p:cNvPr id="11" name="Text 8"/>
          <p:cNvSpPr/>
          <p:nvPr/>
        </p:nvSpPr>
        <p:spPr>
          <a:xfrm>
            <a:off x="513347" y="5033227"/>
            <a:ext cx="6411447" cy="1996440"/>
          </a:xfrm>
          <a:prstGeom prst="rect">
            <a:avLst/>
          </a:prstGeom>
          <a:noFill/>
          <a:ln/>
        </p:spPr>
        <p:txBody>
          <a:bodyPr wrap="square" lIns="0" tIns="0" rIns="0" bIns="0" rtlCol="0" anchor="t"/>
          <a:lstStyle/>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state_counts.plot(kind='bar')</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plt.title('Customers by State')</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plt.bar_label(bars.containers[0], fontsize=7)</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2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7525705" y="3663121"/>
            <a:ext cx="6061958" cy="3694822"/>
          </a:xfrm>
          <a:prstGeom prst="rect">
            <a:avLst/>
          </a:prstGeom>
        </p:spPr>
      </p:pic>
      <p:sp>
        <p:nvSpPr>
          <p:cNvPr id="13" name="Text 9"/>
          <p:cNvSpPr/>
          <p:nvPr/>
        </p:nvSpPr>
        <p:spPr>
          <a:xfrm>
            <a:off x="1960245" y="7448669"/>
            <a:ext cx="10709910" cy="287774"/>
          </a:xfrm>
          <a:prstGeom prst="rect">
            <a:avLst/>
          </a:prstGeom>
          <a:noFill/>
          <a:ln/>
        </p:spPr>
        <p:txBody>
          <a:bodyPr wrap="none" lIns="0" tIns="0" rIns="0" bIns="0" rtlCol="0" anchor="t"/>
          <a:lstStyle/>
          <a:p>
            <a:pPr marL="0" indent="0" algn="l">
              <a:lnSpc>
                <a:spcPts val="2250"/>
              </a:lnSpc>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6" name="Shape 9">
            <a:extLst>
              <a:ext uri="{FF2B5EF4-FFF2-40B4-BE49-F238E27FC236}">
                <a16:creationId xmlns:a16="http://schemas.microsoft.com/office/drawing/2014/main" id="{17F8EDA3-41FC-4C53-308E-910857103822}"/>
              </a:ext>
            </a:extLst>
          </p:cNvPr>
          <p:cNvSpPr/>
          <p:nvPr/>
        </p:nvSpPr>
        <p:spPr>
          <a:xfrm>
            <a:off x="288757" y="1911787"/>
            <a:ext cx="6911922" cy="1997274"/>
          </a:xfrm>
          <a:prstGeom prst="roundRect">
            <a:avLst>
              <a:gd name="adj" fmla="val 943"/>
            </a:avLst>
          </a:prstGeom>
          <a:solidFill>
            <a:srgbClr val="322F2F"/>
          </a:solidFill>
          <a:ln/>
        </p:spPr>
      </p:sp>
      <p:sp>
        <p:nvSpPr>
          <p:cNvPr id="2" name="Shape 0"/>
          <p:cNvSpPr/>
          <p:nvPr/>
        </p:nvSpPr>
        <p:spPr>
          <a:xfrm>
            <a:off x="153444" y="190090"/>
            <a:ext cx="1643301" cy="430900"/>
          </a:xfrm>
          <a:prstGeom prst="roundRect">
            <a:avLst>
              <a:gd name="adj" fmla="val 17890"/>
            </a:avLst>
          </a:prstGeom>
          <a:solidFill>
            <a:srgbClr val="4C0124"/>
          </a:solidFill>
          <a:ln/>
        </p:spPr>
      </p:sp>
      <p:sp>
        <p:nvSpPr>
          <p:cNvPr id="3" name="Text 1"/>
          <p:cNvSpPr/>
          <p:nvPr/>
        </p:nvSpPr>
        <p:spPr>
          <a:xfrm>
            <a:off x="288758" y="263487"/>
            <a:ext cx="1899977" cy="323016"/>
          </a:xfrm>
          <a:prstGeom prst="rect">
            <a:avLst/>
          </a:prstGeom>
          <a:noFill/>
          <a:ln/>
        </p:spPr>
        <p:txBody>
          <a:bodyPr wrap="none" lIns="0" tIns="0" rIns="0" bIns="0" rtlCol="0" anchor="t"/>
          <a:lstStyle/>
          <a:p>
            <a:pPr marL="0" indent="0" algn="l">
              <a:lnSpc>
                <a:spcPts val="1550"/>
              </a:lnSpc>
              <a:buNone/>
            </a:pPr>
            <a:r>
              <a:rPr lang="en-US" sz="1400" dirty="0">
                <a:solidFill>
                  <a:srgbClr val="E5E0DF"/>
                </a:solidFill>
                <a:latin typeface="Overpass" pitchFamily="34" charset="0"/>
                <a:ea typeface="Overpass" pitchFamily="34" charset="-122"/>
                <a:cs typeface="Overpass" pitchFamily="34" charset="-120"/>
              </a:rPr>
              <a:t>SQL + PYTHON</a:t>
            </a:r>
            <a:endParaRPr lang="en-US" sz="1400" dirty="0"/>
          </a:p>
        </p:txBody>
      </p:sp>
      <p:sp>
        <p:nvSpPr>
          <p:cNvPr id="4" name="Shape 2"/>
          <p:cNvSpPr/>
          <p:nvPr/>
        </p:nvSpPr>
        <p:spPr>
          <a:xfrm>
            <a:off x="2188735" y="178458"/>
            <a:ext cx="2543686" cy="430900"/>
          </a:xfrm>
          <a:prstGeom prst="roundRect">
            <a:avLst>
              <a:gd name="adj" fmla="val 17890"/>
            </a:avLst>
          </a:prstGeom>
          <a:solidFill>
            <a:srgbClr val="4C0124"/>
          </a:solidFill>
          <a:ln/>
        </p:spPr>
      </p:sp>
      <p:sp>
        <p:nvSpPr>
          <p:cNvPr id="5" name="Text 3"/>
          <p:cNvSpPr/>
          <p:nvPr/>
        </p:nvSpPr>
        <p:spPr>
          <a:xfrm>
            <a:off x="2377473" y="263487"/>
            <a:ext cx="2996176" cy="493990"/>
          </a:xfrm>
          <a:prstGeom prst="rect">
            <a:avLst/>
          </a:prstGeom>
          <a:noFill/>
          <a:ln/>
        </p:spPr>
        <p:txBody>
          <a:bodyPr wrap="none" lIns="0" tIns="0" rIns="0" bIns="0" rtlCol="0" anchor="t"/>
          <a:lstStyle/>
          <a:p>
            <a:pPr marL="0" indent="0" algn="l">
              <a:lnSpc>
                <a:spcPts val="1550"/>
              </a:lnSpc>
              <a:buNone/>
            </a:pPr>
            <a:r>
              <a:rPr lang="en-US" sz="1400" dirty="0">
                <a:solidFill>
                  <a:srgbClr val="E5E0DF"/>
                </a:solidFill>
                <a:latin typeface="Overpass" pitchFamily="34" charset="0"/>
                <a:ea typeface="Overpass" pitchFamily="34" charset="-122"/>
                <a:cs typeface="Overpass" pitchFamily="34" charset="-120"/>
              </a:rPr>
              <a:t>INTERMEDIATE PROBLEM</a:t>
            </a:r>
            <a:endParaRPr lang="en-US" sz="1400" dirty="0"/>
          </a:p>
        </p:txBody>
      </p:sp>
      <p:sp>
        <p:nvSpPr>
          <p:cNvPr id="6" name="Text 4"/>
          <p:cNvSpPr/>
          <p:nvPr/>
        </p:nvSpPr>
        <p:spPr>
          <a:xfrm>
            <a:off x="288758" y="794148"/>
            <a:ext cx="6911922" cy="493990"/>
          </a:xfrm>
          <a:prstGeom prst="rect">
            <a:avLst/>
          </a:prstGeom>
          <a:noFill/>
          <a:ln/>
        </p:spPr>
        <p:txBody>
          <a:bodyPr wrap="none" lIns="0" tIns="0" rIns="0" bIns="0" rtlCol="0" anchor="t"/>
          <a:lstStyle/>
          <a:p>
            <a:pPr marL="0" indent="0" algn="l">
              <a:lnSpc>
                <a:spcPts val="2400"/>
              </a:lnSpc>
              <a:buNone/>
            </a:pPr>
            <a:r>
              <a:rPr lang="en-US" sz="2000" dirty="0">
                <a:solidFill>
                  <a:srgbClr val="E5E0DF"/>
                </a:solidFill>
                <a:latin typeface="Overpass" pitchFamily="34" charset="0"/>
                <a:ea typeface="Overpass" pitchFamily="34" charset="-122"/>
                <a:cs typeface="Overpass" pitchFamily="34" charset="-120"/>
              </a:rPr>
              <a:t>Q1. Calculate the number of orders per month in 2018.</a:t>
            </a:r>
            <a:endParaRPr lang="en-US" sz="2000" dirty="0"/>
          </a:p>
        </p:txBody>
      </p:sp>
      <p:sp>
        <p:nvSpPr>
          <p:cNvPr id="7" name="Text 5"/>
          <p:cNvSpPr/>
          <p:nvPr/>
        </p:nvSpPr>
        <p:spPr>
          <a:xfrm>
            <a:off x="417095" y="1288139"/>
            <a:ext cx="1339798" cy="561736"/>
          </a:xfrm>
          <a:prstGeom prst="rect">
            <a:avLst/>
          </a:prstGeom>
          <a:noFill/>
          <a:ln/>
        </p:spPr>
        <p:txBody>
          <a:bodyPr wrap="none" lIns="0" tIns="0" rIns="0" bIns="0" rtlCol="0" anchor="t"/>
          <a:lstStyle/>
          <a:p>
            <a:pPr marL="0" indent="0" algn="l">
              <a:lnSpc>
                <a:spcPts val="195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8" name="Text 6"/>
          <p:cNvSpPr/>
          <p:nvPr/>
        </p:nvSpPr>
        <p:spPr>
          <a:xfrm>
            <a:off x="417095" y="2273498"/>
            <a:ext cx="6708915" cy="1461253"/>
          </a:xfrm>
          <a:prstGeom prst="rect">
            <a:avLst/>
          </a:prstGeom>
          <a:noFill/>
          <a:ln/>
        </p:spPr>
        <p:txBody>
          <a:bodyPr wrap="square" lIns="0" tIns="0" rIns="0" bIns="0" rtlCol="0" anchor="t"/>
          <a:lstStyle/>
          <a:p>
            <a:pPr marL="0" indent="0" algn="l">
              <a:lnSpc>
                <a:spcPts val="1950"/>
              </a:lnSpc>
              <a:buNone/>
            </a:pPr>
            <a:r>
              <a:rPr lang="en-US" sz="2000" dirty="0">
                <a:solidFill>
                  <a:srgbClr val="E5E0DF"/>
                </a:solidFill>
                <a:latin typeface="Overpass" pitchFamily="34" charset="0"/>
                <a:ea typeface="Overpass" pitchFamily="34" charset="-122"/>
                <a:cs typeface="Overpass" pitchFamily="34" charset="-120"/>
              </a:rPr>
              <a:t>SELECT MONTH(order_purchase_timestamp) AS order_month, COUNT(order_id) AS total_orders FROM orders WHERE YEAR(order_purchase_timestamp) = 2018 GROUP BY MONTH(order_purchase_timestamp) ORDER BY order_month;</a:t>
            </a:r>
            <a:endParaRPr lang="en-US" sz="2000" dirty="0"/>
          </a:p>
        </p:txBody>
      </p:sp>
      <p:pic>
        <p:nvPicPr>
          <p:cNvPr id="9" name="Image 0" descr="preencoded.png"/>
          <p:cNvPicPr>
            <a:picLocks noChangeAspect="1"/>
          </p:cNvPicPr>
          <p:nvPr/>
        </p:nvPicPr>
        <p:blipFill>
          <a:blip r:embed="rId3"/>
          <a:stretch>
            <a:fillRect/>
          </a:stretch>
        </p:blipFill>
        <p:spPr>
          <a:xfrm>
            <a:off x="8306194" y="512802"/>
            <a:ext cx="5273385" cy="3386435"/>
          </a:xfrm>
          <a:prstGeom prst="rect">
            <a:avLst/>
          </a:prstGeom>
        </p:spPr>
      </p:pic>
      <p:sp>
        <p:nvSpPr>
          <p:cNvPr id="10" name="Text 7"/>
          <p:cNvSpPr/>
          <p:nvPr/>
        </p:nvSpPr>
        <p:spPr>
          <a:xfrm>
            <a:off x="545435" y="4099930"/>
            <a:ext cx="5369117" cy="323016"/>
          </a:xfrm>
          <a:prstGeom prst="rect">
            <a:avLst/>
          </a:prstGeom>
          <a:noFill/>
          <a:ln/>
        </p:spPr>
        <p:txBody>
          <a:bodyPr wrap="none" lIns="0" tIns="0" rIns="0" bIns="0" rtlCol="0" anchor="t"/>
          <a:lstStyle/>
          <a:p>
            <a:pPr marL="0" indent="0" algn="l">
              <a:lnSpc>
                <a:spcPts val="195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11" name="Shape 8"/>
          <p:cNvSpPr/>
          <p:nvPr/>
        </p:nvSpPr>
        <p:spPr>
          <a:xfrm>
            <a:off x="2701766" y="4580692"/>
            <a:ext cx="4424243" cy="2464475"/>
          </a:xfrm>
          <a:prstGeom prst="roundRect">
            <a:avLst>
              <a:gd name="adj" fmla="val 2641"/>
            </a:avLst>
          </a:prstGeom>
          <a:solidFill>
            <a:srgbClr val="322F2F"/>
          </a:solidFill>
          <a:ln/>
        </p:spPr>
      </p:sp>
      <p:sp>
        <p:nvSpPr>
          <p:cNvPr id="12" name="Shape 9"/>
          <p:cNvSpPr/>
          <p:nvPr/>
        </p:nvSpPr>
        <p:spPr>
          <a:xfrm>
            <a:off x="288758" y="4580692"/>
            <a:ext cx="6844992" cy="3136106"/>
          </a:xfrm>
          <a:prstGeom prst="roundRect">
            <a:avLst>
              <a:gd name="adj" fmla="val 943"/>
            </a:avLst>
          </a:prstGeom>
          <a:solidFill>
            <a:srgbClr val="322F2F"/>
          </a:solidFill>
          <a:ln/>
        </p:spPr>
      </p:sp>
      <p:sp>
        <p:nvSpPr>
          <p:cNvPr id="13" name="Text 10"/>
          <p:cNvSpPr/>
          <p:nvPr/>
        </p:nvSpPr>
        <p:spPr>
          <a:xfrm>
            <a:off x="417095" y="4895719"/>
            <a:ext cx="6561755" cy="2573071"/>
          </a:xfrm>
          <a:prstGeom prst="rect">
            <a:avLst/>
          </a:prstGeom>
          <a:noFill/>
          <a:ln/>
        </p:spPr>
        <p:txBody>
          <a:bodyPr wrap="square" lIns="0" tIns="0" rIns="0" bIns="0" rtlCol="0" anchor="t"/>
          <a:lstStyle/>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2000" dirty="0"/>
          </a:p>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plt.plot(monthly_orders.index, monthly_orders.values, marker='o')</a:t>
            </a:r>
            <a:endParaRPr lang="en-US" sz="2000" dirty="0"/>
          </a:p>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plt.title('Orders per Month in 2018')</a:t>
            </a:r>
            <a:endParaRPr lang="en-US" sz="2000" dirty="0"/>
          </a:p>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for x, y in zip(monthly_orders.index, monthly_orders.values):</a:t>
            </a:r>
            <a:endParaRPr lang="en-US" sz="2000" dirty="0"/>
          </a:p>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    plt.text(x, y, y, ha='center', va='center', fontsize=8)</a:t>
            </a:r>
            <a:endParaRPr lang="en-US" sz="2000" dirty="0"/>
          </a:p>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19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4" name="Image 1" descr="preencoded.png"/>
          <p:cNvPicPr>
            <a:picLocks noChangeAspect="1"/>
          </p:cNvPicPr>
          <p:nvPr/>
        </p:nvPicPr>
        <p:blipFill>
          <a:blip r:embed="rId4"/>
          <a:stretch>
            <a:fillRect/>
          </a:stretch>
        </p:blipFill>
        <p:spPr>
          <a:xfrm>
            <a:off x="7800930" y="4422946"/>
            <a:ext cx="6283915" cy="3386436"/>
          </a:xfrm>
          <a:prstGeom prst="rect">
            <a:avLst/>
          </a:prstGeom>
        </p:spPr>
      </p:pic>
      <p:sp>
        <p:nvSpPr>
          <p:cNvPr id="15" name="Text 11"/>
          <p:cNvSpPr/>
          <p:nvPr/>
        </p:nvSpPr>
        <p:spPr>
          <a:xfrm>
            <a:off x="2701766" y="7468791"/>
            <a:ext cx="9226748" cy="248007"/>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E173F6C4-BC94-B818-A315-607C6249F804}"/>
              </a:ext>
            </a:extLst>
          </p:cNvPr>
          <p:cNvSpPr/>
          <p:nvPr/>
        </p:nvSpPr>
        <p:spPr>
          <a:xfrm>
            <a:off x="258637" y="1778368"/>
            <a:ext cx="6866063" cy="1968172"/>
          </a:xfrm>
          <a:prstGeom prst="roundRect">
            <a:avLst>
              <a:gd name="adj" fmla="val 1352"/>
            </a:avLst>
          </a:prstGeom>
          <a:solidFill>
            <a:srgbClr val="322F2F"/>
          </a:solidFill>
          <a:ln/>
        </p:spPr>
      </p:sp>
      <p:sp>
        <p:nvSpPr>
          <p:cNvPr id="2" name="Shape 0"/>
          <p:cNvSpPr/>
          <p:nvPr/>
        </p:nvSpPr>
        <p:spPr>
          <a:xfrm>
            <a:off x="240632" y="201572"/>
            <a:ext cx="1732547" cy="553405"/>
          </a:xfrm>
          <a:prstGeom prst="roundRect">
            <a:avLst>
              <a:gd name="adj" fmla="val 17880"/>
            </a:avLst>
          </a:prstGeom>
          <a:solidFill>
            <a:srgbClr val="4C0124"/>
          </a:solidFill>
          <a:ln/>
        </p:spPr>
      </p:sp>
      <p:sp>
        <p:nvSpPr>
          <p:cNvPr id="3" name="Text 1"/>
          <p:cNvSpPr/>
          <p:nvPr/>
        </p:nvSpPr>
        <p:spPr>
          <a:xfrm>
            <a:off x="368969" y="363616"/>
            <a:ext cx="1443790" cy="218671"/>
          </a:xfrm>
          <a:prstGeom prst="rect">
            <a:avLst/>
          </a:prstGeom>
          <a:noFill/>
          <a:ln/>
        </p:spPr>
        <p:txBody>
          <a:bodyPr wrap="none" lIns="0" tIns="0" rIns="0" bIns="0" rtlCol="0" anchor="t"/>
          <a:lstStyle/>
          <a:p>
            <a:pPr marL="0" indent="0" algn="l">
              <a:lnSpc>
                <a:spcPts val="16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258636" y="828200"/>
            <a:ext cx="9045786" cy="459562"/>
          </a:xfrm>
          <a:prstGeom prst="rect">
            <a:avLst/>
          </a:prstGeom>
          <a:noFill/>
          <a:ln/>
        </p:spPr>
        <p:txBody>
          <a:bodyPr wrap="none" lIns="0" tIns="0" rIns="0" bIns="0" rtlCol="0" anchor="t"/>
          <a:lstStyle/>
          <a:p>
            <a:pPr marL="0" indent="0" algn="l">
              <a:lnSpc>
                <a:spcPts val="2550"/>
              </a:lnSpc>
              <a:buNone/>
            </a:pPr>
            <a:r>
              <a:rPr lang="en-US" sz="2000" dirty="0">
                <a:solidFill>
                  <a:srgbClr val="E5E0DF"/>
                </a:solidFill>
                <a:latin typeface="Overpass" pitchFamily="34" charset="0"/>
                <a:ea typeface="Overpass" pitchFamily="34" charset="-122"/>
                <a:cs typeface="Overpass" pitchFamily="34" charset="-120"/>
              </a:rPr>
              <a:t>Q2. Find the average number of products per order, grouped by customer city.</a:t>
            </a:r>
            <a:endParaRPr lang="en-US" sz="2000" dirty="0"/>
          </a:p>
        </p:txBody>
      </p:sp>
      <p:sp>
        <p:nvSpPr>
          <p:cNvPr id="5" name="Text 3"/>
          <p:cNvSpPr/>
          <p:nvPr/>
        </p:nvSpPr>
        <p:spPr>
          <a:xfrm>
            <a:off x="258637" y="1360985"/>
            <a:ext cx="1329531" cy="459563"/>
          </a:xfrm>
          <a:prstGeom prst="rect">
            <a:avLst/>
          </a:prstGeom>
          <a:noFill/>
          <a:ln/>
        </p:spPr>
        <p:txBody>
          <a:bodyPr wrap="none" lIns="0" tIns="0" rIns="0" bIns="0" rtlCol="0" anchor="t"/>
          <a:lstStyle/>
          <a:p>
            <a:pPr marL="0" indent="0" algn="l">
              <a:lnSpc>
                <a:spcPts val="205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368969" y="1893771"/>
            <a:ext cx="6747636" cy="1669651"/>
          </a:xfrm>
          <a:prstGeom prst="rect">
            <a:avLst/>
          </a:prstGeom>
          <a:noFill/>
          <a:ln/>
        </p:spPr>
        <p:txBody>
          <a:bodyPr wrap="square" lIns="0" tIns="0" rIns="0" bIns="0" rtlCol="0" anchor="t"/>
          <a:lstStyle/>
          <a:p>
            <a:pPr marL="0" indent="0" algn="l">
              <a:lnSpc>
                <a:spcPts val="2050"/>
              </a:lnSpc>
              <a:buNone/>
            </a:pPr>
            <a:r>
              <a:rPr lang="en-US" dirty="0">
                <a:solidFill>
                  <a:srgbClr val="E5E0DF"/>
                </a:solidFill>
                <a:latin typeface="Overpass" pitchFamily="34" charset="0"/>
                <a:ea typeface="Overpass" pitchFamily="34" charset="-122"/>
                <a:cs typeface="Overpass" pitchFamily="34" charset="-120"/>
              </a:rPr>
              <a:t>SELECT c.customer_city, COUNT(oi.product_id) / COUNT(DISTINCT o.order_id) AS avg_products_per_order FROM orders o JOIN order_items oi ON o.order_id = oi.order_id JOIN customers c ON o.customer_id = c.customer_id GROUP BY c.customer_city ORDER BY avg_products_per_order DESC LIMIT 10;</a:t>
            </a:r>
            <a:endParaRPr lang="en-US" dirty="0"/>
          </a:p>
        </p:txBody>
      </p:sp>
      <p:pic>
        <p:nvPicPr>
          <p:cNvPr id="7" name="Image 0" descr="preencoded.png"/>
          <p:cNvPicPr>
            <a:picLocks noChangeAspect="1"/>
          </p:cNvPicPr>
          <p:nvPr/>
        </p:nvPicPr>
        <p:blipFill>
          <a:blip r:embed="rId3"/>
          <a:stretch>
            <a:fillRect/>
          </a:stretch>
        </p:blipFill>
        <p:spPr>
          <a:xfrm>
            <a:off x="7985209" y="1417152"/>
            <a:ext cx="5040980" cy="2431329"/>
          </a:xfrm>
          <a:prstGeom prst="rect">
            <a:avLst/>
          </a:prstGeom>
        </p:spPr>
      </p:pic>
      <p:sp>
        <p:nvSpPr>
          <p:cNvPr id="8" name="Text 5"/>
          <p:cNvSpPr/>
          <p:nvPr/>
        </p:nvSpPr>
        <p:spPr>
          <a:xfrm>
            <a:off x="258638" y="3929659"/>
            <a:ext cx="1714542" cy="307488"/>
          </a:xfrm>
          <a:prstGeom prst="rect">
            <a:avLst/>
          </a:prstGeom>
          <a:noFill/>
          <a:ln/>
        </p:spPr>
        <p:txBody>
          <a:bodyPr wrap="none" lIns="0" tIns="0" rIns="0" bIns="0" rtlCol="0" anchor="t"/>
          <a:lstStyle/>
          <a:p>
            <a:pPr marL="0" indent="0" algn="l">
              <a:lnSpc>
                <a:spcPts val="205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258639" y="4483060"/>
            <a:ext cx="6857966" cy="2504143"/>
          </a:xfrm>
          <a:prstGeom prst="roundRect">
            <a:avLst>
              <a:gd name="adj" fmla="val 3784"/>
            </a:avLst>
          </a:prstGeom>
          <a:solidFill>
            <a:srgbClr val="322F2F"/>
          </a:solidFill>
          <a:ln/>
        </p:spPr>
      </p:sp>
      <p:sp>
        <p:nvSpPr>
          <p:cNvPr id="11" name="Text 8"/>
          <p:cNvSpPr/>
          <p:nvPr/>
        </p:nvSpPr>
        <p:spPr>
          <a:xfrm>
            <a:off x="368969" y="4605099"/>
            <a:ext cx="6592973" cy="1563053"/>
          </a:xfrm>
          <a:prstGeom prst="rect">
            <a:avLst/>
          </a:prstGeom>
          <a:noFill/>
          <a:ln/>
        </p:spPr>
        <p:txBody>
          <a:bodyPr wrap="square" lIns="0" tIns="0" rIns="0" bIns="0" rtlCol="0" anchor="t"/>
          <a:lstStyle/>
          <a:p>
            <a:pPr marL="0" indent="0" algn="l">
              <a:lnSpc>
                <a:spcPts val="20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2000" dirty="0"/>
          </a:p>
          <a:p>
            <a:pPr marL="0" indent="0" algn="l">
              <a:lnSpc>
                <a:spcPts val="20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city_avg.head(10).plot(kind='bar')</a:t>
            </a:r>
            <a:endParaRPr lang="en-US" sz="2000" dirty="0"/>
          </a:p>
          <a:p>
            <a:pPr marL="0" indent="0" algn="l">
              <a:lnSpc>
                <a:spcPts val="20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plt.title('Average Products per Order by City')</a:t>
            </a:r>
            <a:endParaRPr lang="en-US" sz="2000" dirty="0"/>
          </a:p>
          <a:p>
            <a:pPr marL="0" indent="0" algn="l">
              <a:lnSpc>
                <a:spcPts val="20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plt.bar_label(bars.containers[0], fmt='%.4f', fontsize=8)</a:t>
            </a:r>
            <a:endParaRPr lang="en-US" sz="2000" dirty="0"/>
          </a:p>
          <a:p>
            <a:pPr marL="0" indent="0" algn="l">
              <a:lnSpc>
                <a:spcPts val="20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05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7665795" y="4237147"/>
            <a:ext cx="6258752" cy="3556723"/>
          </a:xfrm>
          <a:prstGeom prst="rect">
            <a:avLst/>
          </a:prstGeom>
        </p:spPr>
      </p:pic>
      <p:sp>
        <p:nvSpPr>
          <p:cNvPr id="13" name="Text 9"/>
          <p:cNvSpPr/>
          <p:nvPr/>
        </p:nvSpPr>
        <p:spPr>
          <a:xfrm>
            <a:off x="2468523" y="7519988"/>
            <a:ext cx="9693354" cy="260509"/>
          </a:xfrm>
          <a:prstGeom prst="rect">
            <a:avLst/>
          </a:prstGeom>
          <a:noFill/>
          <a:ln/>
        </p:spPr>
        <p:txBody>
          <a:bodyPr wrap="none" lIns="0" tIns="0" rIns="0" bIns="0" rtlCol="0" anchor="t"/>
          <a:lstStyle/>
          <a:p>
            <a:pPr marL="0" indent="0" algn="l">
              <a:lnSpc>
                <a:spcPts val="2050"/>
              </a:lnSpc>
              <a:buNone/>
            </a:pP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9DFB4D3C-1EF4-9B97-700D-291B2284772C}"/>
              </a:ext>
            </a:extLst>
          </p:cNvPr>
          <p:cNvSpPr/>
          <p:nvPr/>
        </p:nvSpPr>
        <p:spPr>
          <a:xfrm>
            <a:off x="176465" y="1819871"/>
            <a:ext cx="6770355" cy="2155627"/>
          </a:xfrm>
          <a:prstGeom prst="roundRect">
            <a:avLst>
              <a:gd name="adj" fmla="val 1181"/>
            </a:avLst>
          </a:prstGeom>
          <a:solidFill>
            <a:srgbClr val="322F2F"/>
          </a:solidFill>
          <a:ln/>
        </p:spPr>
      </p:sp>
      <p:sp>
        <p:nvSpPr>
          <p:cNvPr id="2" name="Shape 0"/>
          <p:cNvSpPr/>
          <p:nvPr/>
        </p:nvSpPr>
        <p:spPr>
          <a:xfrm flipV="1">
            <a:off x="176464" y="188594"/>
            <a:ext cx="1941096" cy="339448"/>
          </a:xfrm>
          <a:prstGeom prst="roundRect">
            <a:avLst>
              <a:gd name="adj" fmla="val 17882"/>
            </a:avLst>
          </a:prstGeom>
          <a:solidFill>
            <a:srgbClr val="4C0124"/>
          </a:solidFill>
          <a:ln/>
        </p:spPr>
      </p:sp>
      <p:sp>
        <p:nvSpPr>
          <p:cNvPr id="3" name="Text 1"/>
          <p:cNvSpPr/>
          <p:nvPr/>
        </p:nvSpPr>
        <p:spPr>
          <a:xfrm>
            <a:off x="320843" y="262772"/>
            <a:ext cx="1796716" cy="241578"/>
          </a:xfrm>
          <a:prstGeom prst="rect">
            <a:avLst/>
          </a:prstGeom>
          <a:noFill/>
          <a:ln/>
        </p:spPr>
        <p:txBody>
          <a:bodyPr wrap="none" lIns="0" tIns="0" rIns="0" bIns="0" rtlCol="0" anchor="t"/>
          <a:lstStyle/>
          <a:p>
            <a:pPr marL="0" indent="0" algn="l">
              <a:lnSpc>
                <a:spcPts val="1700"/>
              </a:lnSpc>
              <a:buNone/>
            </a:pPr>
            <a:r>
              <a:rPr lang="en-US" dirty="0">
                <a:solidFill>
                  <a:srgbClr val="E5E0DF"/>
                </a:solidFill>
                <a:latin typeface="Overpass" pitchFamily="34" charset="0"/>
                <a:ea typeface="Overpass" pitchFamily="34" charset="-122"/>
                <a:cs typeface="Overpass" pitchFamily="34" charset="-120"/>
              </a:rPr>
              <a:t>SQL + PYTHON</a:t>
            </a:r>
            <a:endParaRPr lang="en-US" dirty="0"/>
          </a:p>
        </p:txBody>
      </p:sp>
      <p:sp>
        <p:nvSpPr>
          <p:cNvPr id="4" name="Text 2"/>
          <p:cNvSpPr/>
          <p:nvPr/>
        </p:nvSpPr>
        <p:spPr>
          <a:xfrm>
            <a:off x="176464" y="718900"/>
            <a:ext cx="8438147" cy="658416"/>
          </a:xfrm>
          <a:prstGeom prst="rect">
            <a:avLst/>
          </a:prstGeom>
          <a:noFill/>
          <a:ln/>
        </p:spPr>
        <p:txBody>
          <a:bodyPr wrap="none" lIns="0" tIns="0" rIns="0" bIns="0" rtlCol="0" anchor="t"/>
          <a:lstStyle/>
          <a:p>
            <a:pPr marL="0" indent="0" algn="l">
              <a:lnSpc>
                <a:spcPts val="2650"/>
              </a:lnSpc>
              <a:buNone/>
            </a:pPr>
            <a:r>
              <a:rPr lang="en-US" sz="2000" dirty="0">
                <a:solidFill>
                  <a:srgbClr val="E5E0DF"/>
                </a:solidFill>
                <a:latin typeface="Overpass" pitchFamily="34" charset="0"/>
                <a:ea typeface="Overpass" pitchFamily="34" charset="-122"/>
                <a:cs typeface="Overpass" pitchFamily="34" charset="-120"/>
              </a:rPr>
              <a:t>Q3. Calculate the percentage of total revenue contributed by each product category.</a:t>
            </a:r>
            <a:endParaRPr lang="en-US" sz="2000" dirty="0"/>
          </a:p>
        </p:txBody>
      </p:sp>
      <p:sp>
        <p:nvSpPr>
          <p:cNvPr id="5" name="Text 3"/>
          <p:cNvSpPr/>
          <p:nvPr/>
        </p:nvSpPr>
        <p:spPr>
          <a:xfrm>
            <a:off x="176465" y="1377316"/>
            <a:ext cx="1090861" cy="381713"/>
          </a:xfrm>
          <a:prstGeom prst="rect">
            <a:avLst/>
          </a:prstGeom>
          <a:noFill/>
          <a:ln/>
        </p:spPr>
        <p:txBody>
          <a:bodyPr wrap="non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320843" y="2140743"/>
            <a:ext cx="6787189" cy="1362433"/>
          </a:xfrm>
          <a:prstGeom prst="rect">
            <a:avLst/>
          </a:prstGeom>
          <a:noFill/>
          <a:ln/>
        </p:spPr>
        <p:txBody>
          <a:bodyPr wrap="squar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SELECT p.product_category, ROUND( SUM(oi.price) * 100.0 / (SELECT SUM(price) FROM order_items), 2 ) AS revenue_percentage FROM order_items oi JOIN products p ON oi.product_id = p.product_id GROUP BY p.product_category ORDER BY revenue_percentage DESC;</a:t>
            </a:r>
            <a:endParaRPr lang="en-US" dirty="0"/>
          </a:p>
        </p:txBody>
      </p:sp>
      <p:pic>
        <p:nvPicPr>
          <p:cNvPr id="7" name="Image 0" descr="preencoded.png"/>
          <p:cNvPicPr>
            <a:picLocks noChangeAspect="1"/>
          </p:cNvPicPr>
          <p:nvPr/>
        </p:nvPicPr>
        <p:blipFill>
          <a:blip r:embed="rId3"/>
          <a:stretch>
            <a:fillRect/>
          </a:stretch>
        </p:blipFill>
        <p:spPr>
          <a:xfrm>
            <a:off x="7522369" y="1309739"/>
            <a:ext cx="6594684" cy="2537529"/>
          </a:xfrm>
          <a:prstGeom prst="rect">
            <a:avLst/>
          </a:prstGeom>
        </p:spPr>
      </p:pic>
      <p:sp>
        <p:nvSpPr>
          <p:cNvPr id="8" name="Text 5"/>
          <p:cNvSpPr/>
          <p:nvPr/>
        </p:nvSpPr>
        <p:spPr>
          <a:xfrm>
            <a:off x="176465" y="4207194"/>
            <a:ext cx="1090861" cy="342661"/>
          </a:xfrm>
          <a:prstGeom prst="rect">
            <a:avLst/>
          </a:prstGeom>
          <a:noFill/>
          <a:ln/>
        </p:spPr>
        <p:txBody>
          <a:bodyPr wrap="non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2262545" y="4740712"/>
            <a:ext cx="4845487" cy="2155627"/>
          </a:xfrm>
          <a:prstGeom prst="roundRect">
            <a:avLst>
              <a:gd name="adj" fmla="val 3307"/>
            </a:avLst>
          </a:prstGeom>
          <a:solidFill>
            <a:srgbClr val="322F2F"/>
          </a:solidFill>
          <a:ln/>
        </p:spPr>
      </p:sp>
      <p:sp>
        <p:nvSpPr>
          <p:cNvPr id="10" name="Shape 7"/>
          <p:cNvSpPr/>
          <p:nvPr/>
        </p:nvSpPr>
        <p:spPr>
          <a:xfrm>
            <a:off x="176465" y="4740712"/>
            <a:ext cx="6940019" cy="2920842"/>
          </a:xfrm>
          <a:prstGeom prst="roundRect">
            <a:avLst>
              <a:gd name="adj" fmla="val 1181"/>
            </a:avLst>
          </a:prstGeom>
          <a:solidFill>
            <a:srgbClr val="322F2F"/>
          </a:solidFill>
          <a:ln/>
        </p:spPr>
      </p:sp>
      <p:sp>
        <p:nvSpPr>
          <p:cNvPr id="11" name="Text 8"/>
          <p:cNvSpPr/>
          <p:nvPr/>
        </p:nvSpPr>
        <p:spPr>
          <a:xfrm>
            <a:off x="320843" y="4867989"/>
            <a:ext cx="6625977" cy="2561868"/>
          </a:xfrm>
          <a:prstGeom prst="rect">
            <a:avLst/>
          </a:prstGeom>
          <a:noFill/>
          <a:ln/>
        </p:spPr>
        <p:txBody>
          <a:bodyPr wrap="square" lIns="0" tIns="0" rIns="0" bIns="0" rtlCol="0" anchor="t"/>
          <a:lstStyle/>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percent_revenue.plot(kind='bar')</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plt.title('Revenue Contribution by Product Category (%)')</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plt.bar_label(bars.containers[0], fmt='%.2f%%', fontsize=8)</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7513918" y="4114800"/>
            <a:ext cx="6940019" cy="3854171"/>
          </a:xfrm>
          <a:prstGeom prst="rect">
            <a:avLst/>
          </a:prstGeom>
        </p:spPr>
      </p:pic>
      <p:sp>
        <p:nvSpPr>
          <p:cNvPr id="13" name="Text 9"/>
          <p:cNvSpPr/>
          <p:nvPr/>
        </p:nvSpPr>
        <p:spPr>
          <a:xfrm>
            <a:off x="2262545" y="7429857"/>
            <a:ext cx="10105192" cy="271582"/>
          </a:xfrm>
          <a:prstGeom prst="rect">
            <a:avLst/>
          </a:prstGeom>
          <a:noFill/>
          <a:ln/>
        </p:spPr>
        <p:txBody>
          <a:bodyPr wrap="none" lIns="0" tIns="0" rIns="0" bIns="0" rtlCol="0" anchor="t"/>
          <a:lstStyle/>
          <a:p>
            <a:pPr marL="0" indent="0" algn="l">
              <a:lnSpc>
                <a:spcPts val="2100"/>
              </a:lnSpc>
              <a:buNone/>
            </a:pP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BED161E5-587B-A5B2-3E72-20ADADB5C648}"/>
              </a:ext>
            </a:extLst>
          </p:cNvPr>
          <p:cNvSpPr/>
          <p:nvPr/>
        </p:nvSpPr>
        <p:spPr>
          <a:xfrm>
            <a:off x="257055" y="1781414"/>
            <a:ext cx="7058145" cy="1704855"/>
          </a:xfrm>
          <a:prstGeom prst="roundRect">
            <a:avLst>
              <a:gd name="adj" fmla="val 786"/>
            </a:avLst>
          </a:prstGeom>
          <a:solidFill>
            <a:srgbClr val="322F2F"/>
          </a:solidFill>
          <a:ln/>
        </p:spPr>
      </p:sp>
      <p:sp>
        <p:nvSpPr>
          <p:cNvPr id="2" name="Shape 0"/>
          <p:cNvSpPr/>
          <p:nvPr/>
        </p:nvSpPr>
        <p:spPr>
          <a:xfrm>
            <a:off x="176463" y="114181"/>
            <a:ext cx="1860884" cy="340757"/>
          </a:xfrm>
          <a:prstGeom prst="roundRect">
            <a:avLst>
              <a:gd name="adj" fmla="val 17894"/>
            </a:avLst>
          </a:prstGeom>
          <a:solidFill>
            <a:srgbClr val="4C0124"/>
          </a:solidFill>
          <a:ln/>
        </p:spPr>
      </p:sp>
      <p:sp>
        <p:nvSpPr>
          <p:cNvPr id="3" name="Text 1"/>
          <p:cNvSpPr/>
          <p:nvPr/>
        </p:nvSpPr>
        <p:spPr>
          <a:xfrm>
            <a:off x="304800" y="228362"/>
            <a:ext cx="1020129" cy="340757"/>
          </a:xfrm>
          <a:prstGeom prst="rect">
            <a:avLst/>
          </a:prstGeom>
          <a:noFill/>
          <a:ln/>
        </p:spPr>
        <p:txBody>
          <a:bodyPr wrap="none" lIns="0" tIns="0" rIns="0" bIns="0" rtlCol="0" anchor="t"/>
          <a:lstStyle/>
          <a:p>
            <a:pPr marL="0" indent="0" algn="l">
              <a:lnSpc>
                <a:spcPts val="1500"/>
              </a:lnSpc>
              <a:buNone/>
            </a:pPr>
            <a:r>
              <a:rPr lang="en-US" dirty="0">
                <a:solidFill>
                  <a:srgbClr val="E5E0DF"/>
                </a:solidFill>
                <a:latin typeface="Overpass" pitchFamily="34" charset="0"/>
                <a:ea typeface="Overpass" pitchFamily="34" charset="-122"/>
                <a:cs typeface="Overpass" pitchFamily="34" charset="-120"/>
              </a:rPr>
              <a:t>SQL + PYTHON</a:t>
            </a:r>
            <a:endParaRPr lang="en-US" dirty="0"/>
          </a:p>
        </p:txBody>
      </p:sp>
      <p:sp>
        <p:nvSpPr>
          <p:cNvPr id="4" name="Text 2"/>
          <p:cNvSpPr/>
          <p:nvPr/>
        </p:nvSpPr>
        <p:spPr>
          <a:xfrm>
            <a:off x="176463" y="705445"/>
            <a:ext cx="12063663" cy="446723"/>
          </a:xfrm>
          <a:prstGeom prst="rect">
            <a:avLst/>
          </a:prstGeom>
          <a:noFill/>
          <a:ln/>
        </p:spPr>
        <p:txBody>
          <a:bodyPr wrap="none" lIns="0" tIns="0" rIns="0" bIns="0" rtlCol="0" anchor="t"/>
          <a:lstStyle/>
          <a:p>
            <a:pPr marL="0" indent="0" algn="l">
              <a:lnSpc>
                <a:spcPts val="2350"/>
              </a:lnSpc>
              <a:buNone/>
            </a:pPr>
            <a:r>
              <a:rPr lang="en-US" sz="2000" dirty="0">
                <a:solidFill>
                  <a:srgbClr val="E5E0DF"/>
                </a:solidFill>
                <a:latin typeface="Overpass" pitchFamily="34" charset="0"/>
                <a:ea typeface="Overpass" pitchFamily="34" charset="-122"/>
                <a:cs typeface="Overpass" pitchFamily="34" charset="-120"/>
              </a:rPr>
              <a:t>Q4. Identify the correlation between product price and the number of times a product has been purchased.</a:t>
            </a:r>
            <a:endParaRPr lang="en-US" sz="2000" dirty="0"/>
          </a:p>
        </p:txBody>
      </p:sp>
      <p:sp>
        <p:nvSpPr>
          <p:cNvPr id="5" name="Text 3"/>
          <p:cNvSpPr/>
          <p:nvPr/>
        </p:nvSpPr>
        <p:spPr>
          <a:xfrm>
            <a:off x="176464" y="1322548"/>
            <a:ext cx="1026694" cy="345280"/>
          </a:xfrm>
          <a:prstGeom prst="rect">
            <a:avLst/>
          </a:prstGeom>
          <a:noFill/>
          <a:ln/>
        </p:spPr>
        <p:txBody>
          <a:bodyPr wrap="none" lIns="0" tIns="0" rIns="0" bIns="0" rtlCol="0" anchor="t"/>
          <a:lstStyle/>
          <a:p>
            <a:pPr marL="0" indent="0" algn="l">
              <a:lnSpc>
                <a:spcPts val="190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417096" y="2008585"/>
            <a:ext cx="6713320" cy="1064894"/>
          </a:xfrm>
          <a:prstGeom prst="rect">
            <a:avLst/>
          </a:prstGeom>
          <a:noFill/>
          <a:ln/>
        </p:spPr>
        <p:txBody>
          <a:bodyPr wrap="square" lIns="0" tIns="0" rIns="0" bIns="0" rtlCol="0" anchor="t"/>
          <a:lstStyle/>
          <a:p>
            <a:pPr marL="0" indent="0" algn="l">
              <a:lnSpc>
                <a:spcPts val="1900"/>
              </a:lnSpc>
              <a:buNone/>
            </a:pPr>
            <a:r>
              <a:rPr lang="en-US" dirty="0">
                <a:solidFill>
                  <a:srgbClr val="E5E0DF"/>
                </a:solidFill>
                <a:latin typeface="Overpass" pitchFamily="34" charset="0"/>
                <a:ea typeface="Overpass" pitchFamily="34" charset="-122"/>
                <a:cs typeface="Overpass" pitchFamily="34" charset="-120"/>
              </a:rPr>
              <a:t>SELECT product_id, COUNT(*) AS purchase_frequency, ROUND(AVG(price), 2) AS avg_price FROM order_items GROUP BY product_id ORDER BY purchase_frequency DESC;</a:t>
            </a:r>
            <a:endParaRPr lang="en-US" dirty="0"/>
          </a:p>
        </p:txBody>
      </p:sp>
      <p:pic>
        <p:nvPicPr>
          <p:cNvPr id="7" name="Image 0" descr="preencoded.png"/>
          <p:cNvPicPr>
            <a:picLocks noChangeAspect="1"/>
          </p:cNvPicPr>
          <p:nvPr/>
        </p:nvPicPr>
        <p:blipFill>
          <a:blip r:embed="rId3"/>
          <a:stretch>
            <a:fillRect/>
          </a:stretch>
        </p:blipFill>
        <p:spPr>
          <a:xfrm>
            <a:off x="7704713" y="1278638"/>
            <a:ext cx="5882950" cy="2524788"/>
          </a:xfrm>
          <a:prstGeom prst="rect">
            <a:avLst/>
          </a:prstGeom>
        </p:spPr>
      </p:pic>
      <p:sp>
        <p:nvSpPr>
          <p:cNvPr id="8" name="Text 5"/>
          <p:cNvSpPr/>
          <p:nvPr/>
        </p:nvSpPr>
        <p:spPr>
          <a:xfrm>
            <a:off x="257056" y="3770709"/>
            <a:ext cx="1067873" cy="242411"/>
          </a:xfrm>
          <a:prstGeom prst="rect">
            <a:avLst/>
          </a:prstGeom>
          <a:noFill/>
          <a:ln/>
        </p:spPr>
        <p:txBody>
          <a:bodyPr wrap="none" lIns="0" tIns="0" rIns="0" bIns="0" rtlCol="0" anchor="t"/>
          <a:lstStyle/>
          <a:p>
            <a:pPr marL="0" indent="0" algn="l">
              <a:lnSpc>
                <a:spcPts val="190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2804636" y="4183499"/>
            <a:ext cx="4325779" cy="2893695"/>
          </a:xfrm>
          <a:prstGeom prst="roundRect">
            <a:avLst>
              <a:gd name="adj" fmla="val 2200"/>
            </a:avLst>
          </a:prstGeom>
          <a:solidFill>
            <a:srgbClr val="322F2F"/>
          </a:solidFill>
          <a:ln/>
        </p:spPr>
      </p:sp>
      <p:sp>
        <p:nvSpPr>
          <p:cNvPr id="10" name="Shape 7"/>
          <p:cNvSpPr/>
          <p:nvPr/>
        </p:nvSpPr>
        <p:spPr>
          <a:xfrm>
            <a:off x="304801" y="4183499"/>
            <a:ext cx="6833116" cy="3468585"/>
          </a:xfrm>
          <a:prstGeom prst="roundRect">
            <a:avLst>
              <a:gd name="adj" fmla="val 786"/>
            </a:avLst>
          </a:prstGeom>
          <a:solidFill>
            <a:srgbClr val="322F2F"/>
          </a:solidFill>
          <a:ln/>
        </p:spPr>
      </p:sp>
      <p:sp>
        <p:nvSpPr>
          <p:cNvPr id="11" name="Text 8"/>
          <p:cNvSpPr/>
          <p:nvPr/>
        </p:nvSpPr>
        <p:spPr>
          <a:xfrm>
            <a:off x="417096" y="4507831"/>
            <a:ext cx="6569373" cy="3016323"/>
          </a:xfrm>
          <a:prstGeom prst="rect">
            <a:avLst/>
          </a:prstGeom>
          <a:noFill/>
          <a:ln/>
        </p:spPr>
        <p:txBody>
          <a:bodyPr wrap="square" lIns="0" tIns="0" rIns="0" bIns="0" rtlCol="0" anchor="t"/>
          <a:lstStyle/>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plt.figure(figsize=(5,4))</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plt.scatter(</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    top_products['avg_price'],</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    top_products['purchase_frequency'],</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    alpha=0.6</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)plt.title(f'Price vs Purchase Frequency (Corr = {corr_value:.2f})')</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plt.xlabel('Average Product Price')</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plt.ylabel('Purchase Frequency')</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19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7704712" y="4183499"/>
            <a:ext cx="6267961" cy="36450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770B0962-A22C-9D0F-DC06-FE7DAC690F28}"/>
              </a:ext>
            </a:extLst>
          </p:cNvPr>
          <p:cNvSpPr/>
          <p:nvPr/>
        </p:nvSpPr>
        <p:spPr>
          <a:xfrm>
            <a:off x="288757" y="1721287"/>
            <a:ext cx="6827965" cy="1852018"/>
          </a:xfrm>
          <a:prstGeom prst="roundRect">
            <a:avLst>
              <a:gd name="adj" fmla="val 944"/>
            </a:avLst>
          </a:prstGeom>
          <a:solidFill>
            <a:srgbClr val="322F2F"/>
          </a:solidFill>
          <a:ln/>
        </p:spPr>
      </p:sp>
      <p:sp>
        <p:nvSpPr>
          <p:cNvPr id="2" name="Shape 0"/>
          <p:cNvSpPr/>
          <p:nvPr/>
        </p:nvSpPr>
        <p:spPr>
          <a:xfrm>
            <a:off x="224590" y="81440"/>
            <a:ext cx="1716506" cy="480035"/>
          </a:xfrm>
          <a:prstGeom prst="roundRect">
            <a:avLst>
              <a:gd name="adj" fmla="val 17878"/>
            </a:avLst>
          </a:prstGeom>
          <a:solidFill>
            <a:srgbClr val="4C0124"/>
          </a:solidFill>
          <a:ln/>
        </p:spPr>
      </p:sp>
      <p:sp>
        <p:nvSpPr>
          <p:cNvPr id="3" name="Text 1"/>
          <p:cNvSpPr/>
          <p:nvPr/>
        </p:nvSpPr>
        <p:spPr>
          <a:xfrm>
            <a:off x="352926" y="208479"/>
            <a:ext cx="1251285" cy="352996"/>
          </a:xfrm>
          <a:prstGeom prst="rect">
            <a:avLst/>
          </a:prstGeom>
          <a:noFill/>
          <a:ln/>
        </p:spPr>
        <p:txBody>
          <a:bodyPr wrap="none" lIns="0" tIns="0" rIns="0" bIns="0" rtlCol="0" anchor="t"/>
          <a:lstStyle/>
          <a:p>
            <a:pPr marL="0" indent="0" algn="l">
              <a:lnSpc>
                <a:spcPts val="17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288758" y="752094"/>
            <a:ext cx="11774905" cy="381238"/>
          </a:xfrm>
          <a:prstGeom prst="rect">
            <a:avLst/>
          </a:prstGeom>
          <a:noFill/>
          <a:ln/>
        </p:spPr>
        <p:txBody>
          <a:bodyPr wrap="none" lIns="0" tIns="0" rIns="0" bIns="0" rtlCol="0" anchor="t"/>
          <a:lstStyle/>
          <a:p>
            <a:pPr marL="0" indent="0" algn="l">
              <a:lnSpc>
                <a:spcPts val="2650"/>
              </a:lnSpc>
              <a:buNone/>
            </a:pPr>
            <a:r>
              <a:rPr lang="en-US" sz="2400" dirty="0">
                <a:solidFill>
                  <a:srgbClr val="E5E0DF"/>
                </a:solidFill>
                <a:latin typeface="Overpass" pitchFamily="34" charset="0"/>
                <a:ea typeface="Overpass" pitchFamily="34" charset="-122"/>
                <a:cs typeface="Overpass" pitchFamily="34" charset="-120"/>
              </a:rPr>
              <a:t>Q5. Calculate the total revenue generated by each seller, and rank them by revenue.</a:t>
            </a:r>
            <a:endParaRPr lang="en-US" sz="2400" dirty="0"/>
          </a:p>
        </p:txBody>
      </p:sp>
      <p:sp>
        <p:nvSpPr>
          <p:cNvPr id="5" name="Text 3"/>
          <p:cNvSpPr/>
          <p:nvPr/>
        </p:nvSpPr>
        <p:spPr>
          <a:xfrm>
            <a:off x="352926" y="1323952"/>
            <a:ext cx="1026695" cy="381238"/>
          </a:xfrm>
          <a:prstGeom prst="rect">
            <a:avLst/>
          </a:prstGeom>
          <a:noFill/>
          <a:ln/>
        </p:spPr>
        <p:txBody>
          <a:bodyPr wrap="non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SQL Query </a:t>
            </a:r>
            <a:endParaRPr lang="en-US" dirty="0"/>
          </a:p>
        </p:txBody>
      </p:sp>
      <p:sp>
        <p:nvSpPr>
          <p:cNvPr id="6" name="Text 4"/>
          <p:cNvSpPr/>
          <p:nvPr/>
        </p:nvSpPr>
        <p:spPr>
          <a:xfrm>
            <a:off x="481264" y="1832230"/>
            <a:ext cx="6288504" cy="1472444"/>
          </a:xfrm>
          <a:prstGeom prst="rect">
            <a:avLst/>
          </a:prstGeom>
          <a:noFill/>
          <a:ln/>
        </p:spPr>
        <p:txBody>
          <a:bodyPr wrap="squar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SELECT seller_id, SUM(price) AS total_revenue, RANK() OVER (ORDER BY SUM(price) DESC) AS seller_rank FROM order_items GROUP BY seller_id;</a:t>
            </a:r>
            <a:endParaRPr lang="en-US" dirty="0"/>
          </a:p>
        </p:txBody>
      </p:sp>
      <p:pic>
        <p:nvPicPr>
          <p:cNvPr id="7" name="Image 0" descr="preencoded.png"/>
          <p:cNvPicPr>
            <a:picLocks noChangeAspect="1"/>
          </p:cNvPicPr>
          <p:nvPr/>
        </p:nvPicPr>
        <p:blipFill>
          <a:blip r:embed="rId3"/>
          <a:stretch>
            <a:fillRect/>
          </a:stretch>
        </p:blipFill>
        <p:spPr>
          <a:xfrm>
            <a:off x="7529513" y="1323952"/>
            <a:ext cx="5432508" cy="2300882"/>
          </a:xfrm>
          <a:prstGeom prst="rect">
            <a:avLst/>
          </a:prstGeom>
        </p:spPr>
      </p:pic>
      <p:sp>
        <p:nvSpPr>
          <p:cNvPr id="8" name="Text 5"/>
          <p:cNvSpPr/>
          <p:nvPr/>
        </p:nvSpPr>
        <p:spPr>
          <a:xfrm>
            <a:off x="288758" y="3844528"/>
            <a:ext cx="1315453" cy="316732"/>
          </a:xfrm>
          <a:prstGeom prst="rect">
            <a:avLst/>
          </a:prstGeom>
          <a:noFill/>
          <a:ln/>
        </p:spPr>
        <p:txBody>
          <a:bodyPr wrap="none" lIns="0" tIns="0" rIns="0" bIns="0" rtlCol="0" anchor="t"/>
          <a:lstStyle/>
          <a:p>
            <a:pPr marL="0" indent="0" algn="l">
              <a:lnSpc>
                <a:spcPts val="2100"/>
              </a:lnSpc>
              <a:buNone/>
            </a:pPr>
            <a:r>
              <a:rPr lang="en-US" dirty="0">
                <a:solidFill>
                  <a:srgbClr val="E5E0DF"/>
                </a:solidFill>
                <a:latin typeface="Overpass" pitchFamily="34" charset="0"/>
                <a:ea typeface="Overpass" pitchFamily="34" charset="-122"/>
                <a:cs typeface="Overpass" pitchFamily="34" charset="-120"/>
              </a:rPr>
              <a:t>Python Query</a:t>
            </a:r>
            <a:endParaRPr lang="en-US" dirty="0"/>
          </a:p>
        </p:txBody>
      </p:sp>
      <p:sp>
        <p:nvSpPr>
          <p:cNvPr id="9" name="Shape 6"/>
          <p:cNvSpPr/>
          <p:nvPr/>
        </p:nvSpPr>
        <p:spPr>
          <a:xfrm>
            <a:off x="2269212" y="4416385"/>
            <a:ext cx="4839057" cy="2695099"/>
          </a:xfrm>
          <a:prstGeom prst="roundRect">
            <a:avLst>
              <a:gd name="adj" fmla="val 2642"/>
            </a:avLst>
          </a:prstGeom>
          <a:solidFill>
            <a:srgbClr val="322F2F"/>
          </a:solidFill>
          <a:ln/>
        </p:spPr>
      </p:sp>
      <p:sp>
        <p:nvSpPr>
          <p:cNvPr id="10" name="Shape 7"/>
          <p:cNvSpPr/>
          <p:nvPr/>
        </p:nvSpPr>
        <p:spPr>
          <a:xfrm>
            <a:off x="288757" y="4416385"/>
            <a:ext cx="6827966" cy="3347561"/>
          </a:xfrm>
          <a:prstGeom prst="roundRect">
            <a:avLst>
              <a:gd name="adj" fmla="val 944"/>
            </a:avLst>
          </a:prstGeom>
          <a:solidFill>
            <a:srgbClr val="322F2F"/>
          </a:solidFill>
          <a:ln/>
        </p:spPr>
      </p:sp>
      <p:sp>
        <p:nvSpPr>
          <p:cNvPr id="11" name="Text 8"/>
          <p:cNvSpPr/>
          <p:nvPr/>
        </p:nvSpPr>
        <p:spPr>
          <a:xfrm>
            <a:off x="481264" y="4797623"/>
            <a:ext cx="6466033" cy="2695099"/>
          </a:xfrm>
          <a:prstGeom prst="rect">
            <a:avLst/>
          </a:prstGeom>
          <a:noFill/>
          <a:ln/>
        </p:spPr>
        <p:txBody>
          <a:bodyPr wrap="square" lIns="0" tIns="0" rIns="0" bIns="0" rtlCol="0" anchor="t"/>
          <a:lstStyle/>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bars = plt.bar(top_sellers['seller_id'], top_sellers['total_revenue'])</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plt.title('Top 10 Sellers by Revenue')</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plt.xticks(rotation=45, fontsize=7)</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plt.bar_label(bars, fmt='%.0f', fontsize=8)</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21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a:p>
            <a:pPr marL="0" indent="0" algn="l">
              <a:lnSpc>
                <a:spcPts val="2100"/>
              </a:lnSpc>
              <a:buNone/>
            </a:pPr>
            <a:r>
              <a:rPr lang="en-US" sz="1300" dirty="0">
                <a:solidFill>
                  <a:srgbClr val="E5E0DF"/>
                </a:solidFill>
                <a:highlight>
                  <a:srgbClr val="322F2F"/>
                </a:highlight>
                <a:latin typeface="Consolas" pitchFamily="34" charset="0"/>
                <a:ea typeface="Consolas" pitchFamily="34" charset="-122"/>
                <a:cs typeface="Consolas" pitchFamily="34" charset="-120"/>
              </a:rPr>
              <a:t>  </a:t>
            </a:r>
            <a:endParaRPr lang="en-US" sz="1300" dirty="0"/>
          </a:p>
        </p:txBody>
      </p:sp>
      <p:pic>
        <p:nvPicPr>
          <p:cNvPr id="12" name="Image 1" descr="preencoded.png"/>
          <p:cNvPicPr>
            <a:picLocks noChangeAspect="1"/>
          </p:cNvPicPr>
          <p:nvPr/>
        </p:nvPicPr>
        <p:blipFill>
          <a:blip r:embed="rId4"/>
          <a:stretch>
            <a:fillRect/>
          </a:stretch>
        </p:blipFill>
        <p:spPr>
          <a:xfrm>
            <a:off x="7529513" y="3844528"/>
            <a:ext cx="6058150" cy="3919418"/>
          </a:xfrm>
          <a:prstGeom prst="rect">
            <a:avLst/>
          </a:prstGeom>
        </p:spPr>
      </p:pic>
      <p:sp>
        <p:nvSpPr>
          <p:cNvPr id="13" name="Text 9"/>
          <p:cNvSpPr/>
          <p:nvPr/>
        </p:nvSpPr>
        <p:spPr>
          <a:xfrm>
            <a:off x="2269212" y="7492722"/>
            <a:ext cx="10091857" cy="271224"/>
          </a:xfrm>
          <a:prstGeom prst="rect">
            <a:avLst/>
          </a:prstGeom>
          <a:noFill/>
          <a:ln/>
        </p:spPr>
        <p:txBody>
          <a:bodyPr wrap="none" lIns="0" tIns="0" rIns="0" bIns="0" rtlCol="0" anchor="t"/>
          <a:lstStyle/>
          <a:p>
            <a:pPr marL="0" indent="0" algn="l">
              <a:lnSpc>
                <a:spcPts val="2100"/>
              </a:lnSpc>
              <a:buNone/>
            </a:pP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16" name="Shape 9">
            <a:extLst>
              <a:ext uri="{FF2B5EF4-FFF2-40B4-BE49-F238E27FC236}">
                <a16:creationId xmlns:a16="http://schemas.microsoft.com/office/drawing/2014/main" id="{C24EF8C3-6CF6-709A-F310-0928F762AEEA}"/>
              </a:ext>
            </a:extLst>
          </p:cNvPr>
          <p:cNvSpPr/>
          <p:nvPr/>
        </p:nvSpPr>
        <p:spPr>
          <a:xfrm>
            <a:off x="270597" y="1381076"/>
            <a:ext cx="6402919" cy="2215514"/>
          </a:xfrm>
          <a:prstGeom prst="roundRect">
            <a:avLst>
              <a:gd name="adj" fmla="val 588"/>
            </a:avLst>
          </a:prstGeom>
          <a:solidFill>
            <a:srgbClr val="322F2F"/>
          </a:solidFill>
          <a:ln/>
        </p:spPr>
      </p:sp>
      <p:sp>
        <p:nvSpPr>
          <p:cNvPr id="2" name="Shape 0"/>
          <p:cNvSpPr/>
          <p:nvPr/>
        </p:nvSpPr>
        <p:spPr>
          <a:xfrm>
            <a:off x="128338" y="209072"/>
            <a:ext cx="1732546" cy="412075"/>
          </a:xfrm>
          <a:prstGeom prst="roundRect">
            <a:avLst>
              <a:gd name="adj" fmla="val 17898"/>
            </a:avLst>
          </a:prstGeom>
          <a:solidFill>
            <a:srgbClr val="4C0124"/>
          </a:solidFill>
          <a:ln/>
        </p:spPr>
      </p:sp>
      <p:sp>
        <p:nvSpPr>
          <p:cNvPr id="3" name="Text 1"/>
          <p:cNvSpPr/>
          <p:nvPr/>
        </p:nvSpPr>
        <p:spPr>
          <a:xfrm>
            <a:off x="288758" y="352663"/>
            <a:ext cx="1572126" cy="383381"/>
          </a:xfrm>
          <a:prstGeom prst="rect">
            <a:avLst/>
          </a:prstGeom>
          <a:noFill/>
          <a:ln/>
        </p:spPr>
        <p:txBody>
          <a:bodyPr wrap="none" lIns="0" tIns="0" rIns="0" bIns="0" rtlCol="0" anchor="t"/>
          <a:lstStyle/>
          <a:p>
            <a:pPr marL="0" indent="0" algn="l">
              <a:lnSpc>
                <a:spcPts val="125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Shape 2"/>
          <p:cNvSpPr/>
          <p:nvPr/>
        </p:nvSpPr>
        <p:spPr>
          <a:xfrm>
            <a:off x="2099993" y="232766"/>
            <a:ext cx="2406314" cy="359687"/>
          </a:xfrm>
          <a:prstGeom prst="roundRect">
            <a:avLst>
              <a:gd name="adj" fmla="val 17898"/>
            </a:avLst>
          </a:prstGeom>
          <a:solidFill>
            <a:srgbClr val="4C0124"/>
          </a:solidFill>
          <a:ln/>
        </p:spPr>
      </p:sp>
      <p:sp>
        <p:nvSpPr>
          <p:cNvPr id="5" name="Text 3"/>
          <p:cNvSpPr/>
          <p:nvPr/>
        </p:nvSpPr>
        <p:spPr>
          <a:xfrm>
            <a:off x="2213811" y="362664"/>
            <a:ext cx="2406315" cy="86200"/>
          </a:xfrm>
          <a:prstGeom prst="rect">
            <a:avLst/>
          </a:prstGeom>
          <a:noFill/>
          <a:ln/>
        </p:spPr>
        <p:txBody>
          <a:bodyPr wrap="none" lIns="0" tIns="0" rIns="0" bIns="0" rtlCol="0" anchor="t"/>
          <a:lstStyle/>
          <a:p>
            <a:pPr marL="0" indent="0" algn="l">
              <a:lnSpc>
                <a:spcPts val="1250"/>
              </a:lnSpc>
              <a:buNone/>
            </a:pPr>
            <a:r>
              <a:rPr lang="en-US" sz="1600" dirty="0">
                <a:solidFill>
                  <a:srgbClr val="E5E0DF"/>
                </a:solidFill>
                <a:latin typeface="Overpass" pitchFamily="34" charset="0"/>
                <a:ea typeface="Overpass" pitchFamily="34" charset="-122"/>
                <a:cs typeface="Overpass" pitchFamily="34" charset="-120"/>
              </a:rPr>
              <a:t>ADVANCED PROBLEM</a:t>
            </a:r>
            <a:endParaRPr lang="en-US" sz="1600" dirty="0"/>
          </a:p>
        </p:txBody>
      </p:sp>
      <p:sp>
        <p:nvSpPr>
          <p:cNvPr id="6" name="Text 4"/>
          <p:cNvSpPr/>
          <p:nvPr/>
        </p:nvSpPr>
        <p:spPr>
          <a:xfrm>
            <a:off x="288758" y="751045"/>
            <a:ext cx="10828346" cy="240388"/>
          </a:xfrm>
          <a:prstGeom prst="rect">
            <a:avLst/>
          </a:prstGeom>
          <a:noFill/>
          <a:ln/>
        </p:spPr>
        <p:txBody>
          <a:bodyPr wrap="none" lIns="0" tIns="0" rIns="0" bIns="0" rtlCol="0" anchor="t"/>
          <a:lstStyle/>
          <a:p>
            <a:pPr marL="0" indent="0" algn="l">
              <a:lnSpc>
                <a:spcPts val="2000"/>
              </a:lnSpc>
              <a:buNone/>
            </a:pPr>
            <a:r>
              <a:rPr lang="en-US" dirty="0">
                <a:solidFill>
                  <a:srgbClr val="E5E0DF"/>
                </a:solidFill>
                <a:latin typeface="Overpass" pitchFamily="34" charset="0"/>
                <a:ea typeface="Overpass" pitchFamily="34" charset="-122"/>
                <a:cs typeface="Overpass" pitchFamily="34" charset="-120"/>
              </a:rPr>
              <a:t>Q1. Calculate the moving average of order values for each customer over their order history.</a:t>
            </a:r>
            <a:endParaRPr lang="en-US" dirty="0"/>
          </a:p>
        </p:txBody>
      </p:sp>
      <p:sp>
        <p:nvSpPr>
          <p:cNvPr id="7" name="Text 5"/>
          <p:cNvSpPr/>
          <p:nvPr/>
        </p:nvSpPr>
        <p:spPr>
          <a:xfrm>
            <a:off x="288758" y="1150025"/>
            <a:ext cx="1171074" cy="240389"/>
          </a:xfrm>
          <a:prstGeom prst="rect">
            <a:avLst/>
          </a:prstGeom>
          <a:noFill/>
          <a:ln/>
        </p:spPr>
        <p:txBody>
          <a:bodyPr wrap="none" lIns="0" tIns="0" rIns="0" bIns="0" rtlCol="0" anchor="t"/>
          <a:lstStyle/>
          <a:p>
            <a:pPr marL="0" indent="0" algn="l">
              <a:lnSpc>
                <a:spcPts val="1600"/>
              </a:lnSpc>
              <a:buNone/>
            </a:pPr>
            <a:r>
              <a:rPr lang="en-US" sz="1600" dirty="0">
                <a:solidFill>
                  <a:srgbClr val="E5E0DF"/>
                </a:solidFill>
                <a:latin typeface="Overpass" pitchFamily="34" charset="0"/>
                <a:ea typeface="Overpass" pitchFamily="34" charset="-122"/>
                <a:cs typeface="Overpass" pitchFamily="34" charset="-120"/>
              </a:rPr>
              <a:t>SQL Query </a:t>
            </a:r>
            <a:endParaRPr lang="en-US" sz="1600" dirty="0"/>
          </a:p>
        </p:txBody>
      </p:sp>
      <p:sp>
        <p:nvSpPr>
          <p:cNvPr id="8" name="Text 6"/>
          <p:cNvSpPr/>
          <p:nvPr/>
        </p:nvSpPr>
        <p:spPr>
          <a:xfrm>
            <a:off x="417095" y="1569125"/>
            <a:ext cx="4940967" cy="1838801"/>
          </a:xfrm>
          <a:prstGeom prst="rect">
            <a:avLst/>
          </a:prstGeom>
          <a:noFill/>
          <a:ln/>
        </p:spPr>
        <p:txBody>
          <a:bodyPr wrap="square" lIns="0" tIns="0" rIns="0" bIns="0" rtlCol="0" anchor="t"/>
          <a:lstStyle/>
          <a:p>
            <a:pPr marL="0" indent="0" algn="l">
              <a:lnSpc>
                <a:spcPts val="1600"/>
              </a:lnSpc>
              <a:buNone/>
            </a:pPr>
            <a:r>
              <a:rPr lang="en-US" sz="1400" dirty="0">
                <a:solidFill>
                  <a:srgbClr val="E5E0DF"/>
                </a:solidFill>
                <a:latin typeface="Overpass" pitchFamily="34" charset="0"/>
                <a:ea typeface="Overpass" pitchFamily="34" charset="-122"/>
                <a:cs typeface="Overpass" pitchFamily="34" charset="-120"/>
              </a:rPr>
              <a:t>SELECT o.customer_id, o.order_purchase_timestamp, SUM(oi.price) AS order_value, AVG(SUM(oi.price)) OVER ( PARTITION BY o.customer_id ORDER BY o.order_purchase_timestamp ROWS BETWEEN UNBOUNDED PRECEDING AND CURRENT ROW ) AS moving_avg_order_value FROM orders o JOIN order_items oi ON o.order_id = oi.order_id GROUP BY o.customer_id, o.order_id, o.order_purchase_timestamp ORDER BY o.customer_id, o.order_purchase_timestamp;</a:t>
            </a:r>
            <a:endParaRPr lang="en-US" sz="1400" dirty="0"/>
          </a:p>
        </p:txBody>
      </p:sp>
      <p:pic>
        <p:nvPicPr>
          <p:cNvPr id="9" name="Image 0" descr="preencoded.png"/>
          <p:cNvPicPr>
            <a:picLocks noChangeAspect="1"/>
          </p:cNvPicPr>
          <p:nvPr/>
        </p:nvPicPr>
        <p:blipFill>
          <a:blip r:embed="rId3"/>
          <a:stretch>
            <a:fillRect/>
          </a:stretch>
        </p:blipFill>
        <p:spPr>
          <a:xfrm>
            <a:off x="7478554" y="1278612"/>
            <a:ext cx="6237446" cy="2471916"/>
          </a:xfrm>
          <a:prstGeom prst="rect">
            <a:avLst/>
          </a:prstGeom>
        </p:spPr>
      </p:pic>
      <p:sp>
        <p:nvSpPr>
          <p:cNvPr id="10" name="Text 7"/>
          <p:cNvSpPr/>
          <p:nvPr/>
        </p:nvSpPr>
        <p:spPr>
          <a:xfrm>
            <a:off x="288758" y="3873081"/>
            <a:ext cx="1411705" cy="256125"/>
          </a:xfrm>
          <a:prstGeom prst="rect">
            <a:avLst/>
          </a:prstGeom>
          <a:noFill/>
          <a:ln/>
        </p:spPr>
        <p:txBody>
          <a:bodyPr wrap="none" lIns="0" tIns="0" rIns="0" bIns="0" rtlCol="0" anchor="t"/>
          <a:lstStyle/>
          <a:p>
            <a:pPr marL="0" indent="0" algn="l">
              <a:lnSpc>
                <a:spcPts val="1600"/>
              </a:lnSpc>
              <a:buNone/>
            </a:pPr>
            <a:r>
              <a:rPr lang="en-US" sz="1600" dirty="0">
                <a:solidFill>
                  <a:srgbClr val="E5E0DF"/>
                </a:solidFill>
                <a:latin typeface="Overpass" pitchFamily="34" charset="0"/>
                <a:ea typeface="Overpass" pitchFamily="34" charset="-122"/>
                <a:cs typeface="Overpass" pitchFamily="34" charset="-120"/>
              </a:rPr>
              <a:t>Python Query</a:t>
            </a:r>
            <a:endParaRPr lang="en-US" sz="1600" dirty="0"/>
          </a:p>
        </p:txBody>
      </p:sp>
      <p:sp>
        <p:nvSpPr>
          <p:cNvPr id="12" name="Shape 9"/>
          <p:cNvSpPr/>
          <p:nvPr/>
        </p:nvSpPr>
        <p:spPr>
          <a:xfrm>
            <a:off x="288758" y="4356519"/>
            <a:ext cx="6877019" cy="3510417"/>
          </a:xfrm>
          <a:prstGeom prst="roundRect">
            <a:avLst>
              <a:gd name="adj" fmla="val 588"/>
            </a:avLst>
          </a:prstGeom>
          <a:solidFill>
            <a:srgbClr val="322F2F"/>
          </a:solidFill>
          <a:ln/>
        </p:spPr>
      </p:sp>
      <p:sp>
        <p:nvSpPr>
          <p:cNvPr id="13" name="Text 10"/>
          <p:cNvSpPr/>
          <p:nvPr/>
        </p:nvSpPr>
        <p:spPr>
          <a:xfrm>
            <a:off x="417095" y="4514432"/>
            <a:ext cx="6621047" cy="2775170"/>
          </a:xfrm>
          <a:prstGeom prst="rect">
            <a:avLst/>
          </a:prstGeom>
          <a:noFill/>
          <a:ln/>
        </p:spPr>
        <p:txBody>
          <a:bodyPr wrap="square" lIns="0" tIns="0" rIns="0" bIns="0" rtlCol="0" anchor="t"/>
          <a:lstStyle/>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bars = plt.bar(range(len(sample)),sample['moving_avg_order_value'])plt.title('Moving Average of Order Value') plt.xlabel('Orders')</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plt.ylabel('Moving Avg Order Value')</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plt.xticks(range(len(sample)), sample['order_id'], rotation=45, fontsize=7)</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for bar in bars:</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height = bar.get_height()</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plt.text(bar.get_x() + bar.get_width()/2,</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height,f'{height:.2f}',ha='center',va='bottom',fontsize=8)plt.tight_layout()</a:t>
            </a:r>
            <a:endParaRPr lang="en-US" sz="1600" dirty="0"/>
          </a:p>
          <a:p>
            <a:pPr marL="0" indent="0" algn="l">
              <a:lnSpc>
                <a:spcPts val="1600"/>
              </a:lnSpc>
              <a:buNone/>
            </a:pPr>
            <a:r>
              <a:rPr lang="en-US" sz="1600" dirty="0">
                <a:solidFill>
                  <a:srgbClr val="E5E0DF"/>
                </a:solidFill>
                <a:highlight>
                  <a:srgbClr val="322F2F"/>
                </a:highlight>
                <a:latin typeface="Consolas" pitchFamily="34" charset="0"/>
                <a:ea typeface="Consolas" pitchFamily="34" charset="-122"/>
                <a:cs typeface="Consolas" pitchFamily="34" charset="-120"/>
              </a:rPr>
              <a:t>plt.show()</a:t>
            </a:r>
            <a:endParaRPr lang="en-US" sz="1600" dirty="0"/>
          </a:p>
          <a:p>
            <a:pPr marL="0" indent="0" algn="l">
              <a:lnSpc>
                <a:spcPts val="1600"/>
              </a:lnSpc>
              <a:buNone/>
            </a:pPr>
            <a:r>
              <a:rPr lang="en-US" sz="1000" dirty="0">
                <a:solidFill>
                  <a:srgbClr val="E5E0DF"/>
                </a:solidFill>
                <a:highlight>
                  <a:srgbClr val="322F2F"/>
                </a:highlight>
                <a:latin typeface="Consolas" pitchFamily="34" charset="0"/>
                <a:ea typeface="Consolas" pitchFamily="34" charset="-122"/>
                <a:cs typeface="Consolas" pitchFamily="34" charset="-120"/>
              </a:rPr>
              <a:t>  </a:t>
            </a:r>
            <a:endParaRPr lang="en-US" sz="1000" dirty="0"/>
          </a:p>
        </p:txBody>
      </p:sp>
      <p:pic>
        <p:nvPicPr>
          <p:cNvPr id="14" name="Image 1" descr="preencoded.png"/>
          <p:cNvPicPr>
            <a:picLocks noChangeAspect="1"/>
          </p:cNvPicPr>
          <p:nvPr/>
        </p:nvPicPr>
        <p:blipFill>
          <a:blip r:embed="rId4"/>
          <a:stretch>
            <a:fillRect/>
          </a:stretch>
        </p:blipFill>
        <p:spPr>
          <a:xfrm>
            <a:off x="7478553" y="3985618"/>
            <a:ext cx="6413909" cy="3891200"/>
          </a:xfrm>
          <a:prstGeom prst="rect">
            <a:avLst/>
          </a:prstGeom>
        </p:spPr>
      </p:pic>
      <p:sp>
        <p:nvSpPr>
          <p:cNvPr id="15" name="Text 11"/>
          <p:cNvSpPr/>
          <p:nvPr/>
        </p:nvSpPr>
        <p:spPr>
          <a:xfrm>
            <a:off x="3513296" y="7672507"/>
            <a:ext cx="7603808" cy="204311"/>
          </a:xfrm>
          <a:prstGeom prst="rect">
            <a:avLst/>
          </a:prstGeom>
          <a:noFill/>
          <a:ln/>
        </p:spPr>
        <p:txBody>
          <a:bodyPr wrap="none" lIns="0" tIns="0" rIns="0" bIns="0" rtlCol="0" anchor="t"/>
          <a:lstStyle/>
          <a:p>
            <a:pPr marL="0" indent="0" algn="l">
              <a:lnSpc>
                <a:spcPts val="1600"/>
              </a:lnSpc>
              <a:buNone/>
            </a:pP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049946ED-2EE6-4DB1-CD2A-48F4F9367C3E}"/>
              </a:ext>
            </a:extLst>
          </p:cNvPr>
          <p:cNvSpPr/>
          <p:nvPr/>
        </p:nvSpPr>
        <p:spPr>
          <a:xfrm>
            <a:off x="352924" y="1442918"/>
            <a:ext cx="6962275" cy="2265641"/>
          </a:xfrm>
          <a:prstGeom prst="roundRect">
            <a:avLst>
              <a:gd name="adj" fmla="val 628"/>
            </a:avLst>
          </a:prstGeom>
          <a:solidFill>
            <a:srgbClr val="322F2F"/>
          </a:solidFill>
          <a:ln/>
        </p:spPr>
      </p:sp>
      <p:sp>
        <p:nvSpPr>
          <p:cNvPr id="2" name="Shape 0"/>
          <p:cNvSpPr/>
          <p:nvPr/>
        </p:nvSpPr>
        <p:spPr>
          <a:xfrm>
            <a:off x="139878" y="135850"/>
            <a:ext cx="1817257" cy="351473"/>
          </a:xfrm>
          <a:prstGeom prst="roundRect">
            <a:avLst>
              <a:gd name="adj" fmla="val 17875"/>
            </a:avLst>
          </a:prstGeom>
          <a:solidFill>
            <a:srgbClr val="4C0124"/>
          </a:solidFill>
          <a:ln/>
        </p:spPr>
      </p:sp>
      <p:sp>
        <p:nvSpPr>
          <p:cNvPr id="3" name="Text 1"/>
          <p:cNvSpPr/>
          <p:nvPr/>
        </p:nvSpPr>
        <p:spPr>
          <a:xfrm>
            <a:off x="352925" y="253008"/>
            <a:ext cx="1604211" cy="234315"/>
          </a:xfrm>
          <a:prstGeom prst="rect">
            <a:avLst/>
          </a:prstGeom>
          <a:noFill/>
          <a:ln/>
        </p:spPr>
        <p:txBody>
          <a:bodyPr wrap="none" lIns="0" tIns="0" rIns="0" bIns="0" rtlCol="0" anchor="t"/>
          <a:lstStyle/>
          <a:p>
            <a:pPr marL="0" indent="0" algn="l">
              <a:lnSpc>
                <a:spcPts val="125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352925" y="767596"/>
            <a:ext cx="6893576" cy="438745"/>
          </a:xfrm>
          <a:prstGeom prst="rect">
            <a:avLst/>
          </a:prstGeom>
          <a:noFill/>
          <a:ln/>
        </p:spPr>
        <p:txBody>
          <a:bodyPr wrap="none" lIns="0" tIns="0" rIns="0" bIns="0" rtlCol="0" anchor="t"/>
          <a:lstStyle/>
          <a:p>
            <a:pPr marL="0" indent="0" algn="l">
              <a:lnSpc>
                <a:spcPts val="1950"/>
              </a:lnSpc>
              <a:buNone/>
            </a:pPr>
            <a:r>
              <a:rPr lang="en-US" sz="2000" dirty="0">
                <a:solidFill>
                  <a:srgbClr val="E5E0DF"/>
                </a:solidFill>
                <a:latin typeface="Overpass" pitchFamily="34" charset="0"/>
                <a:ea typeface="Overpass" pitchFamily="34" charset="-122"/>
                <a:cs typeface="Overpass" pitchFamily="34" charset="-120"/>
              </a:rPr>
              <a:t>Q2. Calculate the cumulative sales per month for each year.</a:t>
            </a:r>
            <a:endParaRPr lang="en-US" sz="2000" dirty="0"/>
          </a:p>
        </p:txBody>
      </p:sp>
      <p:sp>
        <p:nvSpPr>
          <p:cNvPr id="5" name="Text 3"/>
          <p:cNvSpPr/>
          <p:nvPr/>
        </p:nvSpPr>
        <p:spPr>
          <a:xfrm>
            <a:off x="352926" y="1191339"/>
            <a:ext cx="1122948" cy="155139"/>
          </a:xfrm>
          <a:prstGeom prst="rect">
            <a:avLst/>
          </a:prstGeom>
          <a:noFill/>
          <a:ln/>
        </p:spPr>
        <p:txBody>
          <a:bodyPr wrap="none" lIns="0" tIns="0" rIns="0" bIns="0" rtlCol="0" anchor="t"/>
          <a:lstStyle/>
          <a:p>
            <a:pPr marL="0" indent="0" algn="l">
              <a:lnSpc>
                <a:spcPts val="1550"/>
              </a:lnSpc>
              <a:buNone/>
            </a:pPr>
            <a:r>
              <a:rPr lang="en-US" sz="1600" dirty="0">
                <a:solidFill>
                  <a:srgbClr val="E5E0DF"/>
                </a:solidFill>
                <a:latin typeface="Overpass" pitchFamily="34" charset="0"/>
                <a:ea typeface="Overpass" pitchFamily="34" charset="-122"/>
                <a:cs typeface="Overpass" pitchFamily="34" charset="-120"/>
              </a:rPr>
              <a:t>SQL Query </a:t>
            </a:r>
            <a:endParaRPr lang="en-US" sz="1600" dirty="0"/>
          </a:p>
        </p:txBody>
      </p:sp>
      <p:sp>
        <p:nvSpPr>
          <p:cNvPr id="6" name="Text 4"/>
          <p:cNvSpPr/>
          <p:nvPr/>
        </p:nvSpPr>
        <p:spPr>
          <a:xfrm>
            <a:off x="497306" y="1630085"/>
            <a:ext cx="6665852" cy="1738757"/>
          </a:xfrm>
          <a:prstGeom prst="rect">
            <a:avLst/>
          </a:prstGeom>
          <a:noFill/>
          <a:ln/>
        </p:spPr>
        <p:txBody>
          <a:bodyPr wrap="square" lIns="0" tIns="0" rIns="0" bIns="0" rtlCol="0" anchor="t"/>
          <a:lstStyle/>
          <a:p>
            <a:pPr marL="0" indent="0" algn="l">
              <a:lnSpc>
                <a:spcPts val="1550"/>
              </a:lnSpc>
              <a:buNone/>
            </a:pPr>
            <a:r>
              <a:rPr lang="en-US" sz="1600" dirty="0">
                <a:solidFill>
                  <a:srgbClr val="E5E0DF"/>
                </a:solidFill>
                <a:latin typeface="Overpass" pitchFamily="34" charset="0"/>
                <a:ea typeface="Overpass" pitchFamily="34" charset="-122"/>
                <a:cs typeface="Overpass" pitchFamily="34" charset="-120"/>
              </a:rPr>
              <a:t>SELECT order_year, order_month, monthly_sales, SUM(monthly_sales) OVER ( PARTITION BY order_year ORDER BY order_month ) AS cumulative_sales FROM ( SELECT YEAR(o.order_purchase_timestamp) AS order_year, MONTH(o.order_purchase_timestamp) AS order_month, SUM(oi.price) AS monthly_sales FROM orders o JOIN order_items oi ON o.order_id = oi.order_id GROUP BY YEAR(o.order_purchase_timestamp), MONTH(o.order_purchase_timestamp) ) t ORDER BY order_year, order_month;</a:t>
            </a:r>
            <a:endParaRPr lang="en-US" sz="1600" dirty="0"/>
          </a:p>
        </p:txBody>
      </p:sp>
      <p:pic>
        <p:nvPicPr>
          <p:cNvPr id="7" name="Image 0" descr="preencoded.png"/>
          <p:cNvPicPr>
            <a:picLocks noChangeAspect="1"/>
          </p:cNvPicPr>
          <p:nvPr/>
        </p:nvPicPr>
        <p:blipFill>
          <a:blip r:embed="rId3"/>
          <a:stretch>
            <a:fillRect/>
          </a:stretch>
        </p:blipFill>
        <p:spPr>
          <a:xfrm>
            <a:off x="7528248" y="487323"/>
            <a:ext cx="5690447" cy="2747550"/>
          </a:xfrm>
          <a:prstGeom prst="rect">
            <a:avLst/>
          </a:prstGeom>
        </p:spPr>
      </p:pic>
      <p:sp>
        <p:nvSpPr>
          <p:cNvPr id="8" name="Text 5"/>
          <p:cNvSpPr/>
          <p:nvPr/>
        </p:nvSpPr>
        <p:spPr>
          <a:xfrm>
            <a:off x="352927" y="3945136"/>
            <a:ext cx="1443790" cy="243126"/>
          </a:xfrm>
          <a:prstGeom prst="rect">
            <a:avLst/>
          </a:prstGeom>
          <a:noFill/>
          <a:ln/>
        </p:spPr>
        <p:txBody>
          <a:bodyPr wrap="none" lIns="0" tIns="0" rIns="0" bIns="0" rtlCol="0" anchor="t"/>
          <a:lstStyle/>
          <a:p>
            <a:pPr marL="0" indent="0" algn="l">
              <a:lnSpc>
                <a:spcPts val="1550"/>
              </a:lnSpc>
              <a:buNone/>
            </a:pPr>
            <a:r>
              <a:rPr lang="en-US" sz="1600" dirty="0">
                <a:solidFill>
                  <a:srgbClr val="E5E0DF"/>
                </a:solidFill>
                <a:latin typeface="Overpass" pitchFamily="34" charset="0"/>
                <a:ea typeface="Overpass" pitchFamily="34" charset="-122"/>
                <a:cs typeface="Overpass" pitchFamily="34" charset="-120"/>
              </a:rPr>
              <a:t>Python Query</a:t>
            </a:r>
            <a:endParaRPr lang="en-US" sz="1600" dirty="0"/>
          </a:p>
        </p:txBody>
      </p:sp>
      <p:sp>
        <p:nvSpPr>
          <p:cNvPr id="9" name="Shape 6"/>
          <p:cNvSpPr/>
          <p:nvPr/>
        </p:nvSpPr>
        <p:spPr>
          <a:xfrm>
            <a:off x="3604974" y="4328398"/>
            <a:ext cx="3635335" cy="2978944"/>
          </a:xfrm>
          <a:prstGeom prst="roundRect">
            <a:avLst>
              <a:gd name="adj" fmla="val 1757"/>
            </a:avLst>
          </a:prstGeom>
          <a:solidFill>
            <a:srgbClr val="322F2F"/>
          </a:solidFill>
          <a:ln/>
        </p:spPr>
      </p:sp>
      <p:sp>
        <p:nvSpPr>
          <p:cNvPr id="10" name="Shape 7"/>
          <p:cNvSpPr/>
          <p:nvPr/>
        </p:nvSpPr>
        <p:spPr>
          <a:xfrm>
            <a:off x="284226" y="4328397"/>
            <a:ext cx="6962275" cy="3458647"/>
          </a:xfrm>
          <a:prstGeom prst="roundRect">
            <a:avLst>
              <a:gd name="adj" fmla="val 628"/>
            </a:avLst>
          </a:prstGeom>
          <a:solidFill>
            <a:srgbClr val="322F2F"/>
          </a:solidFill>
          <a:ln/>
        </p:spPr>
      </p:sp>
      <p:sp>
        <p:nvSpPr>
          <p:cNvPr id="11" name="Text 8"/>
          <p:cNvSpPr/>
          <p:nvPr/>
        </p:nvSpPr>
        <p:spPr>
          <a:xfrm>
            <a:off x="352927" y="4421862"/>
            <a:ext cx="6769035" cy="2792016"/>
          </a:xfrm>
          <a:prstGeom prst="rect">
            <a:avLst/>
          </a:prstGeom>
          <a:noFill/>
          <a:ln/>
        </p:spPr>
        <p:txBody>
          <a:bodyPr wrap="square" lIns="0" tIns="0" rIns="0" bIns="0" rtlCol="0" anchor="t"/>
          <a:lstStyle/>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plt.figure(figsize=(7,4))</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for y in sorted(monthly_sales['year'].unique()):data = monthly_sales[monthly_sales['year'] == y]</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plt.plot(data['month'],data['cumulative_sales'], marker='o', label=str(y))</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for x, v in zip(data['month'],data['cumulative_sales']):</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plt.text(x, v, f'{v:.0f}', fontsize=7, ha='center', va='bottom')</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plt.title('Cumulative Monthly Sales by Year')</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plt.xlabel('Month')</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plt.ylabel('Cumulative Sales')</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plt.legend()</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plt.tight_layout()</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plt.show()</a:t>
            </a:r>
            <a:endParaRPr lang="en-US" dirty="0"/>
          </a:p>
          <a:p>
            <a:pPr marL="0" indent="0" algn="l">
              <a:lnSpc>
                <a:spcPts val="1550"/>
              </a:lnSpc>
              <a:buNone/>
            </a:pPr>
            <a:r>
              <a:rPr lang="en-US" dirty="0">
                <a:solidFill>
                  <a:srgbClr val="E5E0DF"/>
                </a:solidFill>
                <a:highlight>
                  <a:srgbClr val="322F2F"/>
                </a:highlight>
                <a:latin typeface="Consolas" pitchFamily="34" charset="0"/>
                <a:ea typeface="Consolas" pitchFamily="34" charset="-122"/>
                <a:cs typeface="Consolas" pitchFamily="34" charset="-120"/>
              </a:rPr>
              <a:t>  </a:t>
            </a:r>
            <a:endParaRPr lang="en-US" dirty="0"/>
          </a:p>
        </p:txBody>
      </p:sp>
      <p:pic>
        <p:nvPicPr>
          <p:cNvPr id="12" name="Image 1" descr="preencoded.png"/>
          <p:cNvPicPr>
            <a:picLocks noChangeAspect="1"/>
          </p:cNvPicPr>
          <p:nvPr/>
        </p:nvPicPr>
        <p:blipFill>
          <a:blip r:embed="rId4"/>
          <a:stretch>
            <a:fillRect/>
          </a:stretch>
        </p:blipFill>
        <p:spPr>
          <a:xfrm>
            <a:off x="7625208" y="3656218"/>
            <a:ext cx="6652265" cy="4130827"/>
          </a:xfrm>
          <a:prstGeom prst="rect">
            <a:avLst/>
          </a:prstGeom>
        </p:spPr>
      </p:pic>
      <p:sp>
        <p:nvSpPr>
          <p:cNvPr id="13" name="Text 9"/>
          <p:cNvSpPr/>
          <p:nvPr/>
        </p:nvSpPr>
        <p:spPr>
          <a:xfrm>
            <a:off x="3604974" y="7587615"/>
            <a:ext cx="7420451" cy="199430"/>
          </a:xfrm>
          <a:prstGeom prst="rect">
            <a:avLst/>
          </a:prstGeom>
          <a:noFill/>
          <a:ln/>
        </p:spPr>
        <p:txBody>
          <a:bodyPr wrap="none" lIns="0" tIns="0" rIns="0" bIns="0" rtlCol="0" anchor="t"/>
          <a:lstStyle/>
          <a:p>
            <a:pPr marL="0" indent="0" algn="l">
              <a:lnSpc>
                <a:spcPts val="1550"/>
              </a:lnSpc>
              <a:buNone/>
            </a:pP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64212A61-6D47-B26E-6AD6-40D694DBDCA9}"/>
              </a:ext>
            </a:extLst>
          </p:cNvPr>
          <p:cNvSpPr/>
          <p:nvPr/>
        </p:nvSpPr>
        <p:spPr>
          <a:xfrm>
            <a:off x="176463" y="1523524"/>
            <a:ext cx="7138737" cy="2285481"/>
          </a:xfrm>
          <a:prstGeom prst="roundRect">
            <a:avLst>
              <a:gd name="adj" fmla="val 673"/>
            </a:avLst>
          </a:prstGeom>
          <a:solidFill>
            <a:srgbClr val="322F2F"/>
          </a:solidFill>
          <a:ln/>
        </p:spPr>
      </p:sp>
      <p:sp>
        <p:nvSpPr>
          <p:cNvPr id="2" name="Shape 0"/>
          <p:cNvSpPr/>
          <p:nvPr/>
        </p:nvSpPr>
        <p:spPr>
          <a:xfrm>
            <a:off x="176463" y="144379"/>
            <a:ext cx="1764632" cy="433137"/>
          </a:xfrm>
          <a:prstGeom prst="roundRect">
            <a:avLst>
              <a:gd name="adj" fmla="val 17890"/>
            </a:avLst>
          </a:prstGeom>
          <a:solidFill>
            <a:srgbClr val="4C0124"/>
          </a:solidFill>
          <a:ln/>
        </p:spPr>
        <p:txBody>
          <a:bodyPr/>
          <a:lstStyle/>
          <a:p>
            <a:endParaRPr lang="en-IN" dirty="0"/>
          </a:p>
        </p:txBody>
      </p:sp>
      <p:sp>
        <p:nvSpPr>
          <p:cNvPr id="3" name="Text 1"/>
          <p:cNvSpPr/>
          <p:nvPr/>
        </p:nvSpPr>
        <p:spPr>
          <a:xfrm>
            <a:off x="387548" y="281030"/>
            <a:ext cx="1553547" cy="168149"/>
          </a:xfrm>
          <a:prstGeom prst="rect">
            <a:avLst/>
          </a:prstGeom>
          <a:noFill/>
          <a:ln/>
        </p:spPr>
        <p:txBody>
          <a:bodyPr wrap="none" lIns="0" tIns="0" rIns="0" bIns="0" rtlCol="0" anchor="t"/>
          <a:lstStyle/>
          <a:p>
            <a:pPr marL="0" indent="0" algn="l">
              <a:lnSpc>
                <a:spcPts val="13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176463" y="806885"/>
            <a:ext cx="8117305" cy="254155"/>
          </a:xfrm>
          <a:prstGeom prst="rect">
            <a:avLst/>
          </a:prstGeom>
          <a:noFill/>
          <a:ln/>
        </p:spPr>
        <p:txBody>
          <a:bodyPr wrap="none" lIns="0" tIns="0" rIns="0" bIns="0" rtlCol="0" anchor="t"/>
          <a:lstStyle/>
          <a:p>
            <a:pPr marL="0" indent="0" algn="l">
              <a:lnSpc>
                <a:spcPts val="2050"/>
              </a:lnSpc>
              <a:buNone/>
            </a:pPr>
            <a:r>
              <a:rPr lang="en-US" sz="2400" dirty="0">
                <a:solidFill>
                  <a:srgbClr val="E5E0DF"/>
                </a:solidFill>
                <a:latin typeface="Overpass" pitchFamily="34" charset="0"/>
                <a:ea typeface="Overpass" pitchFamily="34" charset="-122"/>
                <a:cs typeface="Overpass" pitchFamily="34" charset="-120"/>
              </a:rPr>
              <a:t>Q3. Calculate the year-over-year growth rate of total sales.</a:t>
            </a:r>
            <a:endParaRPr lang="en-US" sz="2400" dirty="0"/>
          </a:p>
        </p:txBody>
      </p:sp>
      <p:sp>
        <p:nvSpPr>
          <p:cNvPr id="5" name="Text 3"/>
          <p:cNvSpPr/>
          <p:nvPr/>
        </p:nvSpPr>
        <p:spPr>
          <a:xfrm>
            <a:off x="176463" y="1236865"/>
            <a:ext cx="1331495" cy="254155"/>
          </a:xfrm>
          <a:prstGeom prst="rect">
            <a:avLst/>
          </a:prstGeom>
          <a:noFill/>
          <a:ln/>
        </p:spPr>
        <p:txBody>
          <a:bodyPr wrap="none" lIns="0" tIns="0" rIns="0" bIns="0" rtlCol="0" anchor="t"/>
          <a:lstStyle/>
          <a:p>
            <a:pPr marL="0" indent="0" algn="l">
              <a:lnSpc>
                <a:spcPts val="1600"/>
              </a:lnSpc>
              <a:buNone/>
            </a:pPr>
            <a:r>
              <a:rPr lang="en-US" sz="1600" dirty="0">
                <a:solidFill>
                  <a:srgbClr val="E5E0DF"/>
                </a:solidFill>
                <a:latin typeface="Overpass" pitchFamily="34" charset="0"/>
                <a:ea typeface="Overpass" pitchFamily="34" charset="-122"/>
                <a:cs typeface="Overpass" pitchFamily="34" charset="-120"/>
              </a:rPr>
              <a:t>SQL Query </a:t>
            </a:r>
            <a:endParaRPr lang="en-US" sz="1600" dirty="0"/>
          </a:p>
        </p:txBody>
      </p:sp>
      <p:sp>
        <p:nvSpPr>
          <p:cNvPr id="6" name="Text 4"/>
          <p:cNvSpPr/>
          <p:nvPr/>
        </p:nvSpPr>
        <p:spPr>
          <a:xfrm>
            <a:off x="387549" y="1666845"/>
            <a:ext cx="6767990" cy="1990754"/>
          </a:xfrm>
          <a:prstGeom prst="rect">
            <a:avLst/>
          </a:prstGeom>
          <a:noFill/>
          <a:ln/>
        </p:spPr>
        <p:txBody>
          <a:bodyPr wrap="square" lIns="0" tIns="0" rIns="0" bIns="0" rtlCol="0" anchor="t"/>
          <a:lstStyle/>
          <a:p>
            <a:pPr marL="0" indent="0" algn="l">
              <a:lnSpc>
                <a:spcPts val="1600"/>
              </a:lnSpc>
              <a:buNone/>
            </a:pPr>
            <a:r>
              <a:rPr lang="en-US" sz="1600" dirty="0">
                <a:solidFill>
                  <a:srgbClr val="E5E0DF"/>
                </a:solidFill>
                <a:latin typeface="Overpass" pitchFamily="34" charset="0"/>
                <a:ea typeface="Overpass" pitchFamily="34" charset="-122"/>
                <a:cs typeface="Overpass" pitchFamily="34" charset="-120"/>
              </a:rPr>
              <a:t>SELECT order_year, total_sales, LAG(total_sales) OVER (ORDER BY order_year) AS previous_year_sales, ROUND( (total_sales - LAG(total_sales) OVER (ORDER BY order_year)) * 100.0 / LAG(total_sales) OVER (ORDER BY order_year), 2 ) AS yoy_growth_percentage FROM ( SELECT YEAR(o.order_purchase_timestamp) AS order_year, SUM(oi.price) AS total_sales FROM orders o JOIN order_items oi ON o.order_id = oi.order_id GROUP BY YEAR(o.order_purchase_timestamp) ) yearly_sales ORDER BY order_year;</a:t>
            </a:r>
            <a:endParaRPr lang="en-US" sz="1600" dirty="0"/>
          </a:p>
        </p:txBody>
      </p:sp>
      <p:pic>
        <p:nvPicPr>
          <p:cNvPr id="7" name="Image 0" descr="preencoded.png"/>
          <p:cNvPicPr>
            <a:picLocks noChangeAspect="1"/>
          </p:cNvPicPr>
          <p:nvPr/>
        </p:nvPicPr>
        <p:blipFill>
          <a:blip r:embed="rId3"/>
          <a:stretch>
            <a:fillRect/>
          </a:stretch>
        </p:blipFill>
        <p:spPr>
          <a:xfrm>
            <a:off x="7563564" y="1290409"/>
            <a:ext cx="6679287" cy="1557508"/>
          </a:xfrm>
          <a:prstGeom prst="rect">
            <a:avLst/>
          </a:prstGeom>
        </p:spPr>
      </p:pic>
      <p:sp>
        <p:nvSpPr>
          <p:cNvPr id="8" name="Text 5"/>
          <p:cNvSpPr/>
          <p:nvPr/>
        </p:nvSpPr>
        <p:spPr>
          <a:xfrm>
            <a:off x="176463" y="4066020"/>
            <a:ext cx="1524000" cy="303032"/>
          </a:xfrm>
          <a:prstGeom prst="rect">
            <a:avLst/>
          </a:prstGeom>
          <a:noFill/>
          <a:ln/>
        </p:spPr>
        <p:txBody>
          <a:bodyPr wrap="none" lIns="0" tIns="0" rIns="0" bIns="0" rtlCol="0" anchor="t"/>
          <a:lstStyle/>
          <a:p>
            <a:pPr marL="0" indent="0" algn="l">
              <a:lnSpc>
                <a:spcPts val="1600"/>
              </a:lnSpc>
              <a:buNone/>
            </a:pPr>
            <a:r>
              <a:rPr lang="en-US" sz="1600" dirty="0">
                <a:solidFill>
                  <a:srgbClr val="E5E0DF"/>
                </a:solidFill>
                <a:latin typeface="Overpass" pitchFamily="34" charset="0"/>
                <a:ea typeface="Overpass" pitchFamily="34" charset="-122"/>
                <a:cs typeface="Overpass" pitchFamily="34" charset="-120"/>
              </a:rPr>
              <a:t>Python Query</a:t>
            </a:r>
            <a:endParaRPr lang="en-US" sz="1600" dirty="0"/>
          </a:p>
        </p:txBody>
      </p:sp>
      <p:sp>
        <p:nvSpPr>
          <p:cNvPr id="10" name="Shape 7"/>
          <p:cNvSpPr/>
          <p:nvPr/>
        </p:nvSpPr>
        <p:spPr>
          <a:xfrm>
            <a:off x="176463" y="4626066"/>
            <a:ext cx="7066585" cy="3322504"/>
          </a:xfrm>
          <a:prstGeom prst="roundRect">
            <a:avLst>
              <a:gd name="adj" fmla="val 673"/>
            </a:avLst>
          </a:prstGeom>
          <a:solidFill>
            <a:srgbClr val="322F2F"/>
          </a:solidFill>
          <a:ln/>
        </p:spPr>
      </p:sp>
      <p:sp>
        <p:nvSpPr>
          <p:cNvPr id="11" name="Text 8"/>
          <p:cNvSpPr/>
          <p:nvPr/>
        </p:nvSpPr>
        <p:spPr>
          <a:xfrm>
            <a:off x="387549" y="4771191"/>
            <a:ext cx="6724650" cy="2920365"/>
          </a:xfrm>
          <a:prstGeom prst="rect">
            <a:avLst/>
          </a:prstGeom>
          <a:noFill/>
          <a:ln/>
        </p:spPr>
        <p:txBody>
          <a:bodyPr wrap="square" lIns="0" tIns="0" rIns="0" bIns="0" rtlCol="0" anchor="t"/>
          <a:lstStyle/>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plt.figure(figsize=(5,4))</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bars = plt.bar(yearly_sales['order_year'], yearly_sales['total_sales'])</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for bar in bars:</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plt.text(bar.get_x() + bar.get_width()/2,</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bar.get_height(),f"{bar.get_height():.0f}",</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ha='center',va='bottom',fontsize=8)</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plt.title('Yearly Sales (YoY Analysis)')</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plt.xlabel('Year')</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plt.ylabel('Total Sales')</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plt.tight_layout()</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plt.show()</a:t>
            </a:r>
            <a:endParaRPr lang="en-US" dirty="0"/>
          </a:p>
          <a:p>
            <a:pPr marL="0" indent="0" algn="l">
              <a:lnSpc>
                <a:spcPts val="1600"/>
              </a:lnSpc>
              <a:buNone/>
            </a:pPr>
            <a:r>
              <a:rPr lang="en-US" dirty="0">
                <a:solidFill>
                  <a:srgbClr val="E5E0DF"/>
                </a:solidFill>
                <a:highlight>
                  <a:srgbClr val="322F2F"/>
                </a:highlight>
                <a:latin typeface="Consolas" pitchFamily="34" charset="0"/>
                <a:ea typeface="Consolas" pitchFamily="34" charset="-122"/>
                <a:cs typeface="Consolas" pitchFamily="34" charset="-120"/>
              </a:rPr>
              <a:t>  </a:t>
            </a:r>
            <a:endParaRPr lang="en-US" dirty="0"/>
          </a:p>
        </p:txBody>
      </p:sp>
      <p:pic>
        <p:nvPicPr>
          <p:cNvPr id="12" name="Image 1" descr="preencoded.png"/>
          <p:cNvPicPr>
            <a:picLocks noChangeAspect="1"/>
          </p:cNvPicPr>
          <p:nvPr/>
        </p:nvPicPr>
        <p:blipFill>
          <a:blip r:embed="rId4"/>
          <a:stretch>
            <a:fillRect/>
          </a:stretch>
        </p:blipFill>
        <p:spPr>
          <a:xfrm>
            <a:off x="7644765" y="3809005"/>
            <a:ext cx="5958940" cy="41395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EE9D53A2-9065-BBA9-1F54-785E4056C42B}"/>
              </a:ext>
            </a:extLst>
          </p:cNvPr>
          <p:cNvSpPr/>
          <p:nvPr/>
        </p:nvSpPr>
        <p:spPr>
          <a:xfrm>
            <a:off x="363736" y="1686262"/>
            <a:ext cx="6951464" cy="2500692"/>
          </a:xfrm>
          <a:prstGeom prst="roundRect">
            <a:avLst>
              <a:gd name="adj" fmla="val 1049"/>
            </a:avLst>
          </a:prstGeom>
          <a:solidFill>
            <a:srgbClr val="322F2F"/>
          </a:solidFill>
          <a:ln/>
        </p:spPr>
      </p:sp>
      <p:sp>
        <p:nvSpPr>
          <p:cNvPr id="2" name="Shape 0"/>
          <p:cNvSpPr/>
          <p:nvPr/>
        </p:nvSpPr>
        <p:spPr>
          <a:xfrm>
            <a:off x="351685" y="105607"/>
            <a:ext cx="1830041" cy="391697"/>
          </a:xfrm>
          <a:prstGeom prst="roundRect">
            <a:avLst>
              <a:gd name="adj" fmla="val 17890"/>
            </a:avLst>
          </a:prstGeom>
          <a:solidFill>
            <a:srgbClr val="4C0124"/>
          </a:solidFill>
          <a:ln/>
        </p:spPr>
      </p:sp>
      <p:sp>
        <p:nvSpPr>
          <p:cNvPr id="3" name="Text 1"/>
          <p:cNvSpPr/>
          <p:nvPr/>
        </p:nvSpPr>
        <p:spPr>
          <a:xfrm>
            <a:off x="545433" y="222766"/>
            <a:ext cx="1491914" cy="107632"/>
          </a:xfrm>
          <a:prstGeom prst="rect">
            <a:avLst/>
          </a:prstGeom>
          <a:noFill/>
          <a:ln/>
        </p:spPr>
        <p:txBody>
          <a:bodyPr wrap="none" lIns="0" tIns="0" rIns="0" bIns="0" rtlCol="0" anchor="t"/>
          <a:lstStyle/>
          <a:p>
            <a:pPr marL="0" indent="0" algn="l">
              <a:lnSpc>
                <a:spcPts val="120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351686" y="689729"/>
            <a:ext cx="14022040" cy="478869"/>
          </a:xfrm>
          <a:prstGeom prst="rect">
            <a:avLst/>
          </a:prstGeom>
          <a:noFill/>
          <a:ln/>
        </p:spPr>
        <p:txBody>
          <a:bodyPr wrap="square" lIns="0" tIns="0" rIns="0" bIns="0" rtlCol="0" anchor="t"/>
          <a:lstStyle/>
          <a:p>
            <a:pPr marL="0" indent="0" algn="l">
              <a:lnSpc>
                <a:spcPts val="1850"/>
              </a:lnSpc>
              <a:buNone/>
            </a:pPr>
            <a:r>
              <a:rPr lang="en-US" dirty="0">
                <a:solidFill>
                  <a:srgbClr val="E5E0DF"/>
                </a:solidFill>
                <a:latin typeface="Overpass" pitchFamily="34" charset="0"/>
                <a:ea typeface="Overpass" pitchFamily="34" charset="-122"/>
                <a:cs typeface="Overpass" pitchFamily="34" charset="-120"/>
              </a:rPr>
              <a:t>Q4. Calculate the retention rate of customers,defined as the percentage of customer who make another purcahse within 6 month of their purchase.</a:t>
            </a:r>
            <a:endParaRPr lang="en-US" dirty="0"/>
          </a:p>
        </p:txBody>
      </p:sp>
      <p:sp>
        <p:nvSpPr>
          <p:cNvPr id="5" name="Text 3"/>
          <p:cNvSpPr/>
          <p:nvPr/>
        </p:nvSpPr>
        <p:spPr>
          <a:xfrm>
            <a:off x="351685" y="1350884"/>
            <a:ext cx="1140231" cy="251342"/>
          </a:xfrm>
          <a:prstGeom prst="rect">
            <a:avLst/>
          </a:prstGeom>
          <a:noFill/>
          <a:ln/>
        </p:spPr>
        <p:txBody>
          <a:bodyPr wrap="none" lIns="0" tIns="0" rIns="0" bIns="0" rtlCol="0" anchor="t"/>
          <a:lstStyle/>
          <a:p>
            <a:pPr marL="0" indent="0" algn="l">
              <a:lnSpc>
                <a:spcPts val="1500"/>
              </a:lnSpc>
              <a:buNone/>
            </a:pPr>
            <a:r>
              <a:rPr lang="en-US" sz="1600" dirty="0">
                <a:solidFill>
                  <a:srgbClr val="E5E0DF"/>
                </a:solidFill>
                <a:latin typeface="Overpass" pitchFamily="34" charset="0"/>
                <a:ea typeface="Overpass" pitchFamily="34" charset="-122"/>
                <a:cs typeface="Overpass" pitchFamily="34" charset="-120"/>
              </a:rPr>
              <a:t>SQL Query </a:t>
            </a:r>
            <a:endParaRPr lang="en-US" sz="1600" dirty="0"/>
          </a:p>
        </p:txBody>
      </p:sp>
      <p:sp>
        <p:nvSpPr>
          <p:cNvPr id="6" name="Text 4"/>
          <p:cNvSpPr/>
          <p:nvPr/>
        </p:nvSpPr>
        <p:spPr>
          <a:xfrm>
            <a:off x="545433" y="1871307"/>
            <a:ext cx="6623677" cy="2423277"/>
          </a:xfrm>
          <a:prstGeom prst="rect">
            <a:avLst/>
          </a:prstGeom>
          <a:noFill/>
          <a:ln/>
        </p:spPr>
        <p:txBody>
          <a:bodyPr wrap="square" lIns="0" tIns="0" rIns="0" bIns="0" rtlCol="0" anchor="t"/>
          <a:lstStyle/>
          <a:p>
            <a:pPr marL="0" indent="0" algn="l">
              <a:lnSpc>
                <a:spcPts val="1500"/>
              </a:lnSpc>
              <a:buNone/>
            </a:pPr>
            <a:r>
              <a:rPr lang="en-US" sz="1400" dirty="0">
                <a:solidFill>
                  <a:srgbClr val="E5E0DF"/>
                </a:solidFill>
                <a:latin typeface="Overpass" pitchFamily="34" charset="0"/>
                <a:ea typeface="Overpass" pitchFamily="34" charset="-122"/>
                <a:cs typeface="Overpass" pitchFamily="34" charset="-120"/>
              </a:rPr>
              <a:t>SELECT COUNT(DISTINCT customer_unique_id) AS total_customers, COUNT(DISTINCT CASE WHEN order_purchase_timestamp &gt; first_order_date AND order_purchase_timestamp &lt;= DATE_ADD(first_order_date, INTERVAL 6 MONTH) THEN customer_unique_id END) AS retained_customers, ROUND( COUNT(DISTINCT CASE WHEN order_purchase_timestamp &gt; first_order_date AND order_purchase_timestamp &lt;= DATE_ADD(first_order_date, INTERVAL 6 MONTH) THEN customer_unique_id END) * 100.0 / COUNT(DISTINCT customer_unique_id), 2 ) AS retention_rate_percentage FROM ( SELECT c.customer_unique_id, o.order_purchase_timestamp, MIN(o.order_purchase_timestamp) OVER (PARTITION BY c.customer_unique_id) AS first_order_date FROM orders o JOIN customers c ON o.customer_id = c.customer_id ) t;</a:t>
            </a:r>
            <a:endParaRPr lang="en-US" sz="1400" dirty="0"/>
          </a:p>
        </p:txBody>
      </p:sp>
      <p:pic>
        <p:nvPicPr>
          <p:cNvPr id="7" name="Image 0" descr="preencoded.png"/>
          <p:cNvPicPr>
            <a:picLocks noChangeAspect="1"/>
          </p:cNvPicPr>
          <p:nvPr/>
        </p:nvPicPr>
        <p:blipFill>
          <a:blip r:embed="rId3"/>
          <a:stretch>
            <a:fillRect/>
          </a:stretch>
        </p:blipFill>
        <p:spPr>
          <a:xfrm>
            <a:off x="7816953" y="1350884"/>
            <a:ext cx="6121431" cy="1658446"/>
          </a:xfrm>
          <a:prstGeom prst="rect">
            <a:avLst/>
          </a:prstGeom>
        </p:spPr>
      </p:pic>
      <p:sp>
        <p:nvSpPr>
          <p:cNvPr id="8" name="Text 5"/>
          <p:cNvSpPr/>
          <p:nvPr/>
        </p:nvSpPr>
        <p:spPr>
          <a:xfrm>
            <a:off x="363736" y="4518185"/>
            <a:ext cx="1336727" cy="186434"/>
          </a:xfrm>
          <a:prstGeom prst="rect">
            <a:avLst/>
          </a:prstGeom>
          <a:noFill/>
          <a:ln/>
        </p:spPr>
        <p:txBody>
          <a:bodyPr wrap="none" lIns="0" tIns="0" rIns="0" bIns="0" rtlCol="0" anchor="t"/>
          <a:lstStyle/>
          <a:p>
            <a:pPr marL="0" indent="0" algn="l">
              <a:lnSpc>
                <a:spcPts val="1500"/>
              </a:lnSpc>
              <a:buNone/>
            </a:pPr>
            <a:r>
              <a:rPr lang="en-US" sz="1600" dirty="0">
                <a:solidFill>
                  <a:srgbClr val="E5E0DF"/>
                </a:solidFill>
                <a:latin typeface="Overpass" pitchFamily="34" charset="0"/>
                <a:ea typeface="Overpass" pitchFamily="34" charset="-122"/>
                <a:cs typeface="Overpass" pitchFamily="34" charset="-120"/>
              </a:rPr>
              <a:t>Python Query</a:t>
            </a:r>
            <a:endParaRPr lang="en-US" sz="1600" dirty="0"/>
          </a:p>
        </p:txBody>
      </p:sp>
      <p:sp>
        <p:nvSpPr>
          <p:cNvPr id="9" name="Shape 6"/>
          <p:cNvSpPr/>
          <p:nvPr/>
        </p:nvSpPr>
        <p:spPr>
          <a:xfrm>
            <a:off x="3752612" y="5257443"/>
            <a:ext cx="3490674" cy="1710928"/>
          </a:xfrm>
          <a:prstGeom prst="roundRect">
            <a:avLst>
              <a:gd name="adj" fmla="val 2938"/>
            </a:avLst>
          </a:prstGeom>
          <a:solidFill>
            <a:srgbClr val="322F2F"/>
          </a:solidFill>
          <a:ln/>
        </p:spPr>
      </p:sp>
      <p:sp>
        <p:nvSpPr>
          <p:cNvPr id="10" name="Shape 7"/>
          <p:cNvSpPr/>
          <p:nvPr/>
        </p:nvSpPr>
        <p:spPr>
          <a:xfrm>
            <a:off x="363737" y="5035850"/>
            <a:ext cx="6885504" cy="2480192"/>
          </a:xfrm>
          <a:prstGeom prst="roundRect">
            <a:avLst>
              <a:gd name="adj" fmla="val 1049"/>
            </a:avLst>
          </a:prstGeom>
          <a:solidFill>
            <a:srgbClr val="322F2F"/>
          </a:solidFill>
          <a:ln/>
        </p:spPr>
      </p:sp>
      <p:sp>
        <p:nvSpPr>
          <p:cNvPr id="11" name="Text 8"/>
          <p:cNvSpPr/>
          <p:nvPr/>
        </p:nvSpPr>
        <p:spPr>
          <a:xfrm>
            <a:off x="545433" y="5443878"/>
            <a:ext cx="6584149" cy="2263751"/>
          </a:xfrm>
          <a:prstGeom prst="rect">
            <a:avLst/>
          </a:prstGeom>
          <a:noFill/>
          <a:ln/>
        </p:spPr>
        <p:txBody>
          <a:bodyPr wrap="square" lIns="0" tIns="0" rIns="0" bIns="0" rtlCol="0" anchor="t"/>
          <a:lstStyle/>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plt.figure(figsize=(4,4))</a:t>
            </a:r>
            <a:endParaRPr lang="en-US" sz="2000" dirty="0"/>
          </a:p>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plt.bar(['Retained Customers'], [retention_rate])</a:t>
            </a:r>
            <a:endParaRPr lang="en-US" sz="2000" dirty="0"/>
          </a:p>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plt.ylabel('Retention Rate (%)')</a:t>
            </a:r>
            <a:endParaRPr lang="en-US" sz="2000" dirty="0"/>
          </a:p>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plt.title('Customer Retention Rate (6 Months)')</a:t>
            </a:r>
            <a:endParaRPr lang="en-US" sz="2000" dirty="0"/>
          </a:p>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plt.text(0, retention_rate, f'{retention_rate}%', ha='center', va='bottom')</a:t>
            </a:r>
            <a:endParaRPr lang="en-US" sz="2000" dirty="0"/>
          </a:p>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plt.tight_layout()</a:t>
            </a:r>
            <a:endParaRPr lang="en-US" sz="2000" dirty="0"/>
          </a:p>
          <a:p>
            <a:pPr marL="0" indent="0" algn="l">
              <a:lnSpc>
                <a:spcPts val="1500"/>
              </a:lnSpc>
              <a:buNone/>
            </a:pPr>
            <a:r>
              <a:rPr lang="en-US" sz="2000" dirty="0">
                <a:solidFill>
                  <a:srgbClr val="E5E0DF"/>
                </a:solidFill>
                <a:highlight>
                  <a:srgbClr val="322F2F"/>
                </a:highlight>
                <a:latin typeface="Consolas" pitchFamily="34" charset="0"/>
                <a:ea typeface="Consolas" pitchFamily="34" charset="-122"/>
                <a:cs typeface="Consolas" pitchFamily="34" charset="-120"/>
              </a:rPr>
              <a:t>plt.show()</a:t>
            </a:r>
            <a:endParaRPr lang="en-US" sz="2000" dirty="0"/>
          </a:p>
        </p:txBody>
      </p:sp>
      <p:pic>
        <p:nvPicPr>
          <p:cNvPr id="12" name="Image 1" descr="preencoded.png"/>
          <p:cNvPicPr>
            <a:picLocks noChangeAspect="1"/>
          </p:cNvPicPr>
          <p:nvPr/>
        </p:nvPicPr>
        <p:blipFill>
          <a:blip r:embed="rId4"/>
          <a:stretch>
            <a:fillRect/>
          </a:stretch>
        </p:blipFill>
        <p:spPr>
          <a:xfrm>
            <a:off x="8312090" y="3457236"/>
            <a:ext cx="4491789" cy="4537532"/>
          </a:xfrm>
          <a:prstGeom prst="rect">
            <a:avLst/>
          </a:prstGeom>
        </p:spPr>
      </p:pic>
      <p:sp>
        <p:nvSpPr>
          <p:cNvPr id="13" name="Text 9"/>
          <p:cNvSpPr/>
          <p:nvPr/>
        </p:nvSpPr>
        <p:spPr>
          <a:xfrm>
            <a:off x="3752612" y="7707630"/>
            <a:ext cx="7125057" cy="191453"/>
          </a:xfrm>
          <a:prstGeom prst="rect">
            <a:avLst/>
          </a:prstGeom>
          <a:noFill/>
          <a:ln/>
        </p:spPr>
        <p:txBody>
          <a:bodyPr wrap="none" lIns="0" tIns="0" rIns="0" bIns="0" rtlCol="0" anchor="t"/>
          <a:lstStyle/>
          <a:p>
            <a:pPr marL="0" indent="0" algn="l">
              <a:lnSpc>
                <a:spcPts val="1500"/>
              </a:lnSpc>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14" name="Shape 7">
            <a:extLst>
              <a:ext uri="{FF2B5EF4-FFF2-40B4-BE49-F238E27FC236}">
                <a16:creationId xmlns:a16="http://schemas.microsoft.com/office/drawing/2014/main" id="{A0264936-7A32-6E68-17A3-B789EED8B1E1}"/>
              </a:ext>
            </a:extLst>
          </p:cNvPr>
          <p:cNvSpPr/>
          <p:nvPr/>
        </p:nvSpPr>
        <p:spPr>
          <a:xfrm>
            <a:off x="285154" y="1595319"/>
            <a:ext cx="7030046" cy="2331274"/>
          </a:xfrm>
          <a:prstGeom prst="roundRect">
            <a:avLst>
              <a:gd name="adj" fmla="val 725"/>
            </a:avLst>
          </a:prstGeom>
          <a:solidFill>
            <a:srgbClr val="322F2F"/>
          </a:solidFill>
          <a:ln/>
        </p:spPr>
      </p:sp>
      <p:sp>
        <p:nvSpPr>
          <p:cNvPr id="2" name="Shape 0"/>
          <p:cNvSpPr/>
          <p:nvPr/>
        </p:nvSpPr>
        <p:spPr>
          <a:xfrm>
            <a:off x="285154" y="160422"/>
            <a:ext cx="1704068" cy="433136"/>
          </a:xfrm>
          <a:prstGeom prst="roundRect">
            <a:avLst>
              <a:gd name="adj" fmla="val 17896"/>
            </a:avLst>
          </a:prstGeom>
          <a:solidFill>
            <a:srgbClr val="4C0124"/>
          </a:solidFill>
          <a:ln/>
        </p:spPr>
      </p:sp>
      <p:sp>
        <p:nvSpPr>
          <p:cNvPr id="3" name="Text 1"/>
          <p:cNvSpPr/>
          <p:nvPr/>
        </p:nvSpPr>
        <p:spPr>
          <a:xfrm>
            <a:off x="433138" y="273011"/>
            <a:ext cx="1556084" cy="208252"/>
          </a:xfrm>
          <a:prstGeom prst="rect">
            <a:avLst/>
          </a:prstGeom>
          <a:noFill/>
          <a:ln/>
        </p:spPr>
        <p:txBody>
          <a:bodyPr wrap="none" lIns="0" tIns="0" rIns="0" bIns="0" rtlCol="0" anchor="t"/>
          <a:lstStyle/>
          <a:p>
            <a:pPr marL="0" indent="0" algn="l">
              <a:lnSpc>
                <a:spcPts val="1350"/>
              </a:lnSpc>
              <a:buNone/>
            </a:pPr>
            <a:r>
              <a:rPr lang="en-US" sz="1600" dirty="0">
                <a:solidFill>
                  <a:srgbClr val="E5E0DF"/>
                </a:solidFill>
                <a:latin typeface="Overpass" pitchFamily="34" charset="0"/>
                <a:ea typeface="Overpass" pitchFamily="34" charset="-122"/>
                <a:cs typeface="Overpass" pitchFamily="34" charset="-120"/>
              </a:rPr>
              <a:t>SQL + PYTHON</a:t>
            </a:r>
            <a:endParaRPr lang="en-US" sz="1600" dirty="0"/>
          </a:p>
        </p:txBody>
      </p:sp>
      <p:sp>
        <p:nvSpPr>
          <p:cNvPr id="4" name="Text 2"/>
          <p:cNvSpPr/>
          <p:nvPr/>
        </p:nvSpPr>
        <p:spPr>
          <a:xfrm>
            <a:off x="285154" y="834271"/>
            <a:ext cx="8361541" cy="285393"/>
          </a:xfrm>
          <a:prstGeom prst="rect">
            <a:avLst/>
          </a:prstGeom>
          <a:noFill/>
          <a:ln/>
        </p:spPr>
        <p:txBody>
          <a:bodyPr wrap="none" lIns="0" tIns="0" rIns="0" bIns="0" rtlCol="0" anchor="t"/>
          <a:lstStyle/>
          <a:p>
            <a:pPr marL="0" indent="0" algn="l">
              <a:lnSpc>
                <a:spcPts val="2100"/>
              </a:lnSpc>
              <a:buNone/>
            </a:pPr>
            <a:r>
              <a:rPr lang="en-US" sz="2000" dirty="0">
                <a:solidFill>
                  <a:srgbClr val="E5E0DF"/>
                </a:solidFill>
                <a:latin typeface="Overpass" pitchFamily="34" charset="0"/>
                <a:ea typeface="Overpass" pitchFamily="34" charset="-122"/>
                <a:cs typeface="Overpass" pitchFamily="34" charset="-120"/>
              </a:rPr>
              <a:t>Q5. Identify the top 3 customers who spent the most money in each year.</a:t>
            </a:r>
            <a:endParaRPr lang="en-US" sz="2000" dirty="0"/>
          </a:p>
        </p:txBody>
      </p:sp>
      <p:sp>
        <p:nvSpPr>
          <p:cNvPr id="5" name="Text 3"/>
          <p:cNvSpPr/>
          <p:nvPr/>
        </p:nvSpPr>
        <p:spPr>
          <a:xfrm>
            <a:off x="285154" y="1270873"/>
            <a:ext cx="1158635" cy="285393"/>
          </a:xfrm>
          <a:prstGeom prst="rect">
            <a:avLst/>
          </a:prstGeom>
          <a:noFill/>
          <a:ln/>
        </p:spPr>
        <p:txBody>
          <a:bodyPr wrap="none" lIns="0" tIns="0" rIns="0" bIns="0" rtlCol="0" anchor="t"/>
          <a:lstStyle/>
          <a:p>
            <a:pPr marL="0" indent="0" algn="l">
              <a:lnSpc>
                <a:spcPts val="1650"/>
              </a:lnSpc>
              <a:buNone/>
            </a:pPr>
            <a:r>
              <a:rPr lang="en-US" sz="1600" dirty="0">
                <a:solidFill>
                  <a:srgbClr val="E5E0DF"/>
                </a:solidFill>
                <a:latin typeface="Overpass" pitchFamily="34" charset="0"/>
                <a:ea typeface="Overpass" pitchFamily="34" charset="-122"/>
                <a:cs typeface="Overpass" pitchFamily="34" charset="-120"/>
              </a:rPr>
              <a:t>SQL Query </a:t>
            </a:r>
            <a:endParaRPr lang="en-US" sz="1600" dirty="0"/>
          </a:p>
        </p:txBody>
      </p:sp>
      <p:sp>
        <p:nvSpPr>
          <p:cNvPr id="6" name="Text 4"/>
          <p:cNvSpPr/>
          <p:nvPr/>
        </p:nvSpPr>
        <p:spPr>
          <a:xfrm>
            <a:off x="433138" y="1758077"/>
            <a:ext cx="6718113" cy="1935242"/>
          </a:xfrm>
          <a:prstGeom prst="rect">
            <a:avLst/>
          </a:prstGeom>
          <a:noFill/>
          <a:ln/>
        </p:spPr>
        <p:txBody>
          <a:bodyPr wrap="square" lIns="0" tIns="0" rIns="0" bIns="0" rtlCol="0" anchor="t"/>
          <a:lstStyle/>
          <a:p>
            <a:pPr marL="0" indent="0" algn="l">
              <a:lnSpc>
                <a:spcPts val="1650"/>
              </a:lnSpc>
              <a:buNone/>
            </a:pPr>
            <a:r>
              <a:rPr lang="en-US" dirty="0">
                <a:solidFill>
                  <a:srgbClr val="E5E0DF"/>
                </a:solidFill>
                <a:latin typeface="Overpass" pitchFamily="34" charset="0"/>
                <a:ea typeface="Overpass" pitchFamily="34" charset="-122"/>
                <a:cs typeface="Overpass" pitchFamily="34" charset="-120"/>
              </a:rPr>
              <a:t>SELECT order_year, customer_id, total_spent FROM ( SELECT YEAR(o.order_purchase_timestamp) AS order_year, o.customer_id, SUM(oi.price) AS total_spent, DENSE_RANK() OVER ( PARTITION BY YEAR(o.order_purchase_timestamp) ORDER BY SUM(oi.price) DESC ) AS rank_in_year FROM orders o JOIN order_items oi ON o.order_id = oi.order_id GROUP BY YEAR(o.order_purchase_timestamp), o.customer_id ) ranked_customers WHERE rank_in_year &lt;= 3 ORDER BY order_year, rank_in_year;</a:t>
            </a:r>
            <a:endParaRPr lang="en-US" dirty="0"/>
          </a:p>
        </p:txBody>
      </p:sp>
      <p:pic>
        <p:nvPicPr>
          <p:cNvPr id="7" name="Image 0" descr="preencoded.png"/>
          <p:cNvPicPr>
            <a:picLocks noChangeAspect="1"/>
          </p:cNvPicPr>
          <p:nvPr/>
        </p:nvPicPr>
        <p:blipFill>
          <a:blip r:embed="rId3"/>
          <a:stretch>
            <a:fillRect/>
          </a:stretch>
        </p:blipFill>
        <p:spPr>
          <a:xfrm>
            <a:off x="8747429" y="593558"/>
            <a:ext cx="5571000" cy="2598820"/>
          </a:xfrm>
          <a:prstGeom prst="rect">
            <a:avLst/>
          </a:prstGeom>
        </p:spPr>
      </p:pic>
      <p:sp>
        <p:nvSpPr>
          <p:cNvPr id="8" name="Text 5"/>
          <p:cNvSpPr/>
          <p:nvPr/>
        </p:nvSpPr>
        <p:spPr>
          <a:xfrm>
            <a:off x="285154" y="4089351"/>
            <a:ext cx="1575731" cy="213657"/>
          </a:xfrm>
          <a:prstGeom prst="rect">
            <a:avLst/>
          </a:prstGeom>
          <a:noFill/>
          <a:ln/>
        </p:spPr>
        <p:txBody>
          <a:bodyPr wrap="none" lIns="0" tIns="0" rIns="0" bIns="0" rtlCol="0" anchor="t"/>
          <a:lstStyle/>
          <a:p>
            <a:pPr marL="0" indent="0" algn="l">
              <a:lnSpc>
                <a:spcPts val="1650"/>
              </a:lnSpc>
              <a:buNone/>
            </a:pPr>
            <a:r>
              <a:rPr lang="en-US" sz="1600" dirty="0">
                <a:solidFill>
                  <a:srgbClr val="E5E0DF"/>
                </a:solidFill>
                <a:latin typeface="Overpass" pitchFamily="34" charset="0"/>
                <a:ea typeface="Overpass" pitchFamily="34" charset="-122"/>
                <a:cs typeface="Overpass" pitchFamily="34" charset="-120"/>
              </a:rPr>
              <a:t>Python Query</a:t>
            </a:r>
            <a:endParaRPr lang="en-US" sz="1600" dirty="0"/>
          </a:p>
        </p:txBody>
      </p:sp>
      <p:sp>
        <p:nvSpPr>
          <p:cNvPr id="10" name="Shape 7"/>
          <p:cNvSpPr/>
          <p:nvPr/>
        </p:nvSpPr>
        <p:spPr>
          <a:xfrm>
            <a:off x="285154" y="4452699"/>
            <a:ext cx="7201615" cy="3299222"/>
          </a:xfrm>
          <a:prstGeom prst="roundRect">
            <a:avLst>
              <a:gd name="adj" fmla="val 725"/>
            </a:avLst>
          </a:prstGeom>
          <a:solidFill>
            <a:srgbClr val="322F2F"/>
          </a:solidFill>
          <a:ln/>
        </p:spPr>
      </p:sp>
      <p:sp>
        <p:nvSpPr>
          <p:cNvPr id="11" name="Text 8"/>
          <p:cNvSpPr/>
          <p:nvPr/>
        </p:nvSpPr>
        <p:spPr>
          <a:xfrm>
            <a:off x="433138" y="4829114"/>
            <a:ext cx="7053631" cy="2707780"/>
          </a:xfrm>
          <a:prstGeom prst="rect">
            <a:avLst/>
          </a:prstGeom>
          <a:noFill/>
          <a:ln/>
        </p:spPr>
        <p:txBody>
          <a:bodyPr wrap="square" lIns="0" tIns="0" rIns="0" bIns="0" rtlCol="0" anchor="t"/>
          <a:lstStyle/>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plt.figure(figsize=(6,4))</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plt.bar(top3_customers['customer_unique_id'].astype(str),top3_customers['price'])</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plt.xlabel('Customer')</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plt.ylabel('Total Spending')</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plt.title('Top 3 Customers by Spending (Year-wise)')</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plt.xticks(rotation=45, fontsize=7)</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for i, v in enumerate(top3_customers['price']):</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    plt.text(i, v, round(v, 2), ha='center', va='bottom', fontsize=7)</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plt.tight_layout()</a:t>
            </a:r>
            <a:endParaRPr lang="en-US" dirty="0"/>
          </a:p>
          <a:p>
            <a:pPr marL="0" indent="0" algn="l">
              <a:lnSpc>
                <a:spcPts val="1650"/>
              </a:lnSpc>
              <a:buNone/>
            </a:pPr>
            <a:r>
              <a:rPr lang="en-US" dirty="0">
                <a:solidFill>
                  <a:srgbClr val="E5E0DF"/>
                </a:solidFill>
                <a:highlight>
                  <a:srgbClr val="322F2F"/>
                </a:highlight>
                <a:latin typeface="Consolas" pitchFamily="34" charset="0"/>
                <a:ea typeface="Consolas" pitchFamily="34" charset="-122"/>
                <a:cs typeface="Consolas" pitchFamily="34" charset="-120"/>
              </a:rPr>
              <a:t>plt.show()</a:t>
            </a:r>
            <a:endParaRPr lang="en-US" dirty="0"/>
          </a:p>
        </p:txBody>
      </p:sp>
      <p:pic>
        <p:nvPicPr>
          <p:cNvPr id="12" name="Image 1" descr="preencoded.png"/>
          <p:cNvPicPr>
            <a:picLocks noChangeAspect="1"/>
          </p:cNvPicPr>
          <p:nvPr/>
        </p:nvPicPr>
        <p:blipFill>
          <a:blip r:embed="rId4"/>
          <a:stretch>
            <a:fillRect/>
          </a:stretch>
        </p:blipFill>
        <p:spPr>
          <a:xfrm>
            <a:off x="7930633" y="3693318"/>
            <a:ext cx="6387796" cy="4247523"/>
          </a:xfrm>
          <a:prstGeom prst="rect">
            <a:avLst/>
          </a:prstGeom>
        </p:spPr>
      </p:pic>
      <p:sp>
        <p:nvSpPr>
          <p:cNvPr id="13" name="Text 9"/>
          <p:cNvSpPr/>
          <p:nvPr/>
        </p:nvSpPr>
        <p:spPr>
          <a:xfrm>
            <a:off x="3313628" y="7536894"/>
            <a:ext cx="8003143" cy="215027"/>
          </a:xfrm>
          <a:prstGeom prst="rect">
            <a:avLst/>
          </a:prstGeom>
          <a:noFill/>
          <a:ln/>
        </p:spPr>
        <p:txBody>
          <a:bodyPr wrap="none" lIns="0" tIns="0" rIns="0" bIns="0" rtlCol="0" anchor="t"/>
          <a:lstStyle/>
          <a:p>
            <a:pPr marL="0" indent="0" algn="l">
              <a:lnSpc>
                <a:spcPts val="1650"/>
              </a:lnSpc>
              <a:buNone/>
            </a:pP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57118"/>
          </a:xfrm>
          <a:prstGeom prst="rect">
            <a:avLst/>
          </a:prstGeom>
        </p:spPr>
      </p:pic>
      <p:sp>
        <p:nvSpPr>
          <p:cNvPr id="3" name="Text 0"/>
          <p:cNvSpPr/>
          <p:nvPr/>
        </p:nvSpPr>
        <p:spPr>
          <a:xfrm>
            <a:off x="744022" y="3304461"/>
            <a:ext cx="9720501" cy="625197"/>
          </a:xfrm>
          <a:prstGeom prst="rect">
            <a:avLst/>
          </a:prstGeom>
          <a:noFill/>
          <a:ln/>
        </p:spPr>
        <p:txBody>
          <a:bodyPr wrap="none" lIns="0" tIns="0" rIns="0" bIns="0" rtlCol="0" anchor="t"/>
          <a:lstStyle/>
          <a:p>
            <a:pPr marL="0" indent="0" algn="l">
              <a:lnSpc>
                <a:spcPts val="4900"/>
              </a:lnSpc>
              <a:buNone/>
            </a:pPr>
            <a:r>
              <a:rPr lang="en-US" sz="3900" b="1" dirty="0">
                <a:solidFill>
                  <a:srgbClr val="FFFFFF"/>
                </a:solidFill>
                <a:latin typeface="Overpass Bold" pitchFamily="34" charset="0"/>
                <a:ea typeface="Overpass Bold" pitchFamily="34" charset="-122"/>
                <a:cs typeface="Overpass Bold" pitchFamily="34" charset="-120"/>
              </a:rPr>
              <a:t>Conclusion: Powering Decisions with Data</a:t>
            </a:r>
            <a:endParaRPr lang="en-US" sz="3900" dirty="0"/>
          </a:p>
        </p:txBody>
      </p:sp>
      <p:sp>
        <p:nvSpPr>
          <p:cNvPr id="4" name="Shape 1"/>
          <p:cNvSpPr/>
          <p:nvPr/>
        </p:nvSpPr>
        <p:spPr>
          <a:xfrm>
            <a:off x="744022" y="4248507"/>
            <a:ext cx="6464856" cy="1560552"/>
          </a:xfrm>
          <a:prstGeom prst="roundRect">
            <a:avLst>
              <a:gd name="adj" fmla="val 32693"/>
            </a:avLst>
          </a:prstGeom>
          <a:solidFill>
            <a:srgbClr val="7E023C"/>
          </a:solidFill>
          <a:ln w="7620">
            <a:solidFill>
              <a:srgbClr val="971B55"/>
            </a:solidFill>
            <a:prstDash val="solid"/>
          </a:ln>
        </p:spPr>
      </p:sp>
      <p:sp>
        <p:nvSpPr>
          <p:cNvPr id="5" name="Text 2"/>
          <p:cNvSpPr/>
          <p:nvPr/>
        </p:nvSpPr>
        <p:spPr>
          <a:xfrm>
            <a:off x="964168" y="4468654"/>
            <a:ext cx="2500908" cy="312658"/>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Structured Analysis</a:t>
            </a:r>
            <a:endParaRPr lang="en-US" sz="1950" dirty="0"/>
          </a:p>
        </p:txBody>
      </p:sp>
      <p:sp>
        <p:nvSpPr>
          <p:cNvPr id="6" name="Text 3"/>
          <p:cNvSpPr/>
          <p:nvPr/>
        </p:nvSpPr>
        <p:spPr>
          <a:xfrm>
            <a:off x="964168" y="4908828"/>
            <a:ext cx="6024562" cy="680085"/>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SQL provided the backbone for structured and accurate data extraction, essential for reliable insights.</a:t>
            </a:r>
            <a:endParaRPr lang="en-US" sz="1650" dirty="0"/>
          </a:p>
        </p:txBody>
      </p:sp>
      <p:sp>
        <p:nvSpPr>
          <p:cNvPr id="7" name="Shape 4"/>
          <p:cNvSpPr/>
          <p:nvPr/>
        </p:nvSpPr>
        <p:spPr>
          <a:xfrm>
            <a:off x="7421404" y="4248507"/>
            <a:ext cx="6464975" cy="1560552"/>
          </a:xfrm>
          <a:prstGeom prst="roundRect">
            <a:avLst>
              <a:gd name="adj" fmla="val 32693"/>
            </a:avLst>
          </a:prstGeom>
          <a:solidFill>
            <a:srgbClr val="7E023C"/>
          </a:solidFill>
          <a:ln w="7620">
            <a:solidFill>
              <a:srgbClr val="971B55"/>
            </a:solidFill>
            <a:prstDash val="solid"/>
          </a:ln>
        </p:spPr>
      </p:sp>
      <p:sp>
        <p:nvSpPr>
          <p:cNvPr id="8" name="Text 5"/>
          <p:cNvSpPr/>
          <p:nvPr/>
        </p:nvSpPr>
        <p:spPr>
          <a:xfrm>
            <a:off x="7641550" y="4468654"/>
            <a:ext cx="2500908" cy="312658"/>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Visual Storytelling</a:t>
            </a:r>
            <a:endParaRPr lang="en-US" sz="1950" dirty="0"/>
          </a:p>
        </p:txBody>
      </p:sp>
      <p:sp>
        <p:nvSpPr>
          <p:cNvPr id="9" name="Text 6"/>
          <p:cNvSpPr/>
          <p:nvPr/>
        </p:nvSpPr>
        <p:spPr>
          <a:xfrm>
            <a:off x="7641550" y="4908828"/>
            <a:ext cx="6024682" cy="680085"/>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Python, through Pandas and Matplotlib, transformed raw data into compelling visualizations, revealing intricate trends.</a:t>
            </a:r>
            <a:endParaRPr lang="en-US" sz="1650" dirty="0"/>
          </a:p>
        </p:txBody>
      </p:sp>
      <p:sp>
        <p:nvSpPr>
          <p:cNvPr id="10" name="Shape 7"/>
          <p:cNvSpPr/>
          <p:nvPr/>
        </p:nvSpPr>
        <p:spPr>
          <a:xfrm>
            <a:off x="744022" y="6021586"/>
            <a:ext cx="6464856" cy="1560552"/>
          </a:xfrm>
          <a:prstGeom prst="roundRect">
            <a:avLst>
              <a:gd name="adj" fmla="val 32693"/>
            </a:avLst>
          </a:prstGeom>
          <a:solidFill>
            <a:srgbClr val="7E023C"/>
          </a:solidFill>
          <a:ln w="7620">
            <a:solidFill>
              <a:srgbClr val="971B55"/>
            </a:solidFill>
            <a:prstDash val="solid"/>
          </a:ln>
        </p:spPr>
      </p:sp>
      <p:sp>
        <p:nvSpPr>
          <p:cNvPr id="11" name="Text 8"/>
          <p:cNvSpPr/>
          <p:nvPr/>
        </p:nvSpPr>
        <p:spPr>
          <a:xfrm>
            <a:off x="964168" y="6241733"/>
            <a:ext cx="3179445" cy="312658"/>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Enhanced Decision-Making</a:t>
            </a:r>
            <a:endParaRPr lang="en-US" sz="1950" dirty="0"/>
          </a:p>
        </p:txBody>
      </p:sp>
      <p:sp>
        <p:nvSpPr>
          <p:cNvPr id="12" name="Text 9"/>
          <p:cNvSpPr/>
          <p:nvPr/>
        </p:nvSpPr>
        <p:spPr>
          <a:xfrm>
            <a:off x="964168" y="6681907"/>
            <a:ext cx="6024562" cy="680085"/>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The combined approach of SQL and Python fortified our decision-making process with validated and clear data.</a:t>
            </a:r>
            <a:endParaRPr lang="en-US" sz="1650" dirty="0"/>
          </a:p>
        </p:txBody>
      </p:sp>
      <p:sp>
        <p:nvSpPr>
          <p:cNvPr id="13" name="Shape 10"/>
          <p:cNvSpPr/>
          <p:nvPr/>
        </p:nvSpPr>
        <p:spPr>
          <a:xfrm>
            <a:off x="7421404" y="6021586"/>
            <a:ext cx="6464975" cy="1560552"/>
          </a:xfrm>
          <a:prstGeom prst="roundRect">
            <a:avLst>
              <a:gd name="adj" fmla="val 32693"/>
            </a:avLst>
          </a:prstGeom>
          <a:solidFill>
            <a:srgbClr val="7E023C"/>
          </a:solidFill>
          <a:ln w="7620">
            <a:solidFill>
              <a:srgbClr val="971B55"/>
            </a:solidFill>
            <a:prstDash val="solid"/>
          </a:ln>
        </p:spPr>
      </p:sp>
      <p:sp>
        <p:nvSpPr>
          <p:cNvPr id="14" name="Text 11"/>
          <p:cNvSpPr/>
          <p:nvPr/>
        </p:nvSpPr>
        <p:spPr>
          <a:xfrm>
            <a:off x="7641550" y="6241733"/>
            <a:ext cx="2657594" cy="312658"/>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Real-World Application</a:t>
            </a:r>
            <a:endParaRPr lang="en-US" sz="1950" dirty="0"/>
          </a:p>
        </p:txBody>
      </p:sp>
      <p:sp>
        <p:nvSpPr>
          <p:cNvPr id="15" name="Text 12"/>
          <p:cNvSpPr/>
          <p:nvPr/>
        </p:nvSpPr>
        <p:spPr>
          <a:xfrm>
            <a:off x="7641550" y="6681907"/>
            <a:ext cx="6024682" cy="680085"/>
          </a:xfrm>
          <a:prstGeom prst="rect">
            <a:avLst/>
          </a:prstGeom>
          <a:noFill/>
          <a:ln/>
        </p:spPr>
        <p:txBody>
          <a:bodyPr wrap="square" lIns="0" tIns="0" rIns="0" bIns="0" rtlCol="0" anchor="t"/>
          <a:lstStyle/>
          <a:p>
            <a:pPr marL="0" indent="0" algn="l">
              <a:lnSpc>
                <a:spcPts val="2650"/>
              </a:lnSpc>
              <a:buNone/>
            </a:pPr>
            <a:r>
              <a:rPr lang="en-US" sz="1650" dirty="0">
                <a:solidFill>
                  <a:srgbClr val="E5E0DF"/>
                </a:solidFill>
                <a:latin typeface="Overpass" pitchFamily="34" charset="0"/>
                <a:ea typeface="Overpass" pitchFamily="34" charset="-122"/>
                <a:cs typeface="Overpass" pitchFamily="34" charset="-120"/>
              </a:rPr>
              <a:t>This project showcases practical, real-world data analytics skills, preparing for future challenges in e-commerce.</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37724" y="192506"/>
            <a:ext cx="12954952" cy="7090310"/>
          </a:xfrm>
          <a:prstGeom prst="rect">
            <a:avLst/>
          </a:prstGeom>
          <a:noFill/>
          <a:ln/>
        </p:spPr>
        <p:txBody>
          <a:bodyPr wrap="squar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Thank You</a:t>
            </a:r>
            <a:endParaRPr lang="en-US" sz="4400" dirty="0"/>
          </a:p>
          <a:p>
            <a:pPr marL="0" indent="0" algn="l">
              <a:lnSpc>
                <a:spcPts val="5500"/>
              </a:lnSpc>
              <a:buNone/>
            </a:pPr>
            <a:endParaRPr lang="en-US" sz="4400" b="1" dirty="0">
              <a:solidFill>
                <a:srgbClr val="FFFFFF"/>
              </a:solidFill>
              <a:latin typeface="Overpass Bold" pitchFamily="34" charset="0"/>
              <a:ea typeface="Overpass Bold" pitchFamily="34" charset="-122"/>
              <a:cs typeface="Overpass Bold" pitchFamily="34" charset="-120"/>
            </a:endParaRPr>
          </a:p>
          <a:p>
            <a:pPr marL="0" indent="0" algn="l">
              <a:lnSpc>
                <a:spcPts val="5500"/>
              </a:lnSpc>
              <a:buNone/>
            </a:pPr>
            <a:r>
              <a:rPr lang="en-US" sz="4400" b="1" dirty="0" err="1">
                <a:solidFill>
                  <a:srgbClr val="FFFFFF"/>
                </a:solidFill>
                <a:latin typeface="Overpass Bold" pitchFamily="34" charset="0"/>
                <a:ea typeface="Overpass Bold" pitchFamily="34" charset="-122"/>
                <a:cs typeface="Overpass Bold" pitchFamily="34" charset="-120"/>
              </a:rPr>
              <a:t>Linkedin</a:t>
            </a:r>
            <a:r>
              <a:rPr lang="en-US" sz="4400" b="1" dirty="0">
                <a:solidFill>
                  <a:srgbClr val="FFFFFF"/>
                </a:solidFill>
                <a:latin typeface="Overpass Bold" pitchFamily="34" charset="0"/>
                <a:ea typeface="Overpass Bold" pitchFamily="34" charset="-122"/>
                <a:cs typeface="Overpass Bold" pitchFamily="34" charset="-120"/>
              </a:rPr>
              <a:t>-</a:t>
            </a:r>
            <a:r>
              <a:rPr lang="en-US" sz="4400" b="1" u="sng" dirty="0">
                <a:solidFill>
                  <a:srgbClr val="F20374"/>
                </a:solidFill>
                <a:latin typeface="Overpass Bold" pitchFamily="34" charset="0"/>
                <a:ea typeface="Overpass Bold" pitchFamily="34" charset="-122"/>
                <a:cs typeface="Overpass Bold" pitchFamily="34" charset="-120"/>
                <a:hlinkClick r:id="rId3">
                  <a:extLst>
                    <a:ext uri="{A12FA001-AC4F-418D-AE19-62706E023703}">
                      <ahyp:hlinkClr xmlns:ahyp="http://schemas.microsoft.com/office/drawing/2018/hyperlinkcolor" val="tx"/>
                    </a:ext>
                  </a:extLst>
                </a:hlinkClick>
              </a:rPr>
              <a:t>https://www.linkedin.com/in/devang-magare-7b266b258/</a:t>
            </a:r>
            <a:endParaRPr lang="en-US" sz="4400" b="1" u="sng" dirty="0">
              <a:solidFill>
                <a:srgbClr val="F20374"/>
              </a:solidFill>
              <a:latin typeface="Overpass Bold" pitchFamily="34" charset="0"/>
              <a:ea typeface="Overpass Bold" pitchFamily="34" charset="-122"/>
              <a:cs typeface="Overpass Bold" pitchFamily="34" charset="-120"/>
            </a:endParaRPr>
          </a:p>
          <a:p>
            <a:pPr marL="0" indent="0" algn="l">
              <a:lnSpc>
                <a:spcPts val="5500"/>
              </a:lnSpc>
              <a:buNone/>
            </a:pPr>
            <a:endParaRPr lang="en-US" sz="4400" b="1" dirty="0">
              <a:solidFill>
                <a:srgbClr val="FFFFFF"/>
              </a:solidFill>
              <a:latin typeface="Overpass Bold" pitchFamily="34" charset="0"/>
              <a:ea typeface="Overpass Bold" pitchFamily="34" charset="-122"/>
              <a:cs typeface="Overpass Bold" pitchFamily="34" charset="-120"/>
            </a:endParaRPr>
          </a:p>
          <a:p>
            <a:pPr marL="0" indent="0" algn="l">
              <a:lnSpc>
                <a:spcPts val="5500"/>
              </a:lnSpc>
              <a:buNone/>
            </a:pPr>
            <a:r>
              <a:rPr lang="en-US" sz="4400" b="1" dirty="0" err="1">
                <a:solidFill>
                  <a:srgbClr val="FFFFFF"/>
                </a:solidFill>
                <a:latin typeface="Overpass Bold" pitchFamily="34" charset="0"/>
                <a:ea typeface="Overpass Bold" pitchFamily="34" charset="-122"/>
                <a:cs typeface="Overpass Bold" pitchFamily="34" charset="-120"/>
              </a:rPr>
              <a:t>Github</a:t>
            </a:r>
            <a:r>
              <a:rPr lang="en-US" sz="4400" b="1" dirty="0">
                <a:solidFill>
                  <a:srgbClr val="FFFFFF"/>
                </a:solidFill>
                <a:latin typeface="Overpass Bold" pitchFamily="34" charset="0"/>
                <a:ea typeface="Overpass Bold" pitchFamily="34" charset="-122"/>
                <a:cs typeface="Overpass Bold" pitchFamily="34" charset="-120"/>
              </a:rPr>
              <a:t>-</a:t>
            </a:r>
            <a:r>
              <a:rPr lang="en-US" sz="4400" b="1" u="sng" dirty="0">
                <a:solidFill>
                  <a:srgbClr val="F20374"/>
                </a:solidFill>
                <a:latin typeface="Overpass Bold" pitchFamily="34" charset="0"/>
                <a:ea typeface="Overpass Bold" pitchFamily="34" charset="-122"/>
                <a:cs typeface="Overpass Bold" pitchFamily="34" charset="-120"/>
                <a:hlinkClick r:id="rId4">
                  <a:extLst>
                    <a:ext uri="{A12FA001-AC4F-418D-AE19-62706E023703}">
                      <ahyp:hlinkClr xmlns:ahyp="http://schemas.microsoft.com/office/drawing/2018/hyperlinkcolor" val="tx"/>
                    </a:ext>
                  </a:extLst>
                </a:hlinkClick>
              </a:rPr>
              <a:t>https://github.com/DevangMagare?tab=repositories</a:t>
            </a:r>
            <a:endParaRPr lang="en-US" sz="4400" b="1" u="sng" dirty="0">
              <a:solidFill>
                <a:srgbClr val="F20374"/>
              </a:solidFill>
              <a:latin typeface="Overpass Bold" pitchFamily="34" charset="0"/>
              <a:ea typeface="Overpass Bold" pitchFamily="34" charset="-122"/>
              <a:cs typeface="Overpass Bold" pitchFamily="34" charset="-120"/>
            </a:endParaRPr>
          </a:p>
          <a:p>
            <a:pPr marL="0" indent="0" algn="l">
              <a:lnSpc>
                <a:spcPts val="5500"/>
              </a:lnSpc>
              <a:buNone/>
            </a:pPr>
            <a:endParaRPr lang="en-US" sz="4400" b="1" u="sng" dirty="0">
              <a:solidFill>
                <a:srgbClr val="F20374"/>
              </a:solidFill>
              <a:latin typeface="Overpass Bold" pitchFamily="34" charset="0"/>
              <a:ea typeface="Overpass Bold" pitchFamily="34" charset="-122"/>
              <a:cs typeface="Overpass Bold" pitchFamily="34" charset="-120"/>
            </a:endParaRPr>
          </a:p>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Email- devangmagare@gmail.com</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3114</Words>
  <Application>Microsoft Office PowerPoint</Application>
  <PresentationFormat>Custom</PresentationFormat>
  <Paragraphs>257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Overpass Bold</vt:lpstr>
      <vt:lpstr>Arial</vt:lpstr>
      <vt:lpstr>Overpass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Devang magare</cp:lastModifiedBy>
  <cp:revision>1</cp:revision>
  <dcterms:created xsi:type="dcterms:W3CDTF">2026-01-11T14:54:03Z</dcterms:created>
  <dcterms:modified xsi:type="dcterms:W3CDTF">2026-01-11T17:50:35Z</dcterms:modified>
</cp:coreProperties>
</file>